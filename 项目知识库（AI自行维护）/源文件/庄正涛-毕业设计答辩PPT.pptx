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5"/>
  </p:handoutMasterIdLst>
  <p:sldIdLst>
    <p:sldId id="256" r:id="rId3"/>
    <p:sldId id="257" r:id="rId5"/>
    <p:sldId id="258" r:id="rId6"/>
    <p:sldId id="278" r:id="rId7"/>
    <p:sldId id="262" r:id="rId8"/>
    <p:sldId id="294" r:id="rId9"/>
    <p:sldId id="310" r:id="rId10"/>
    <p:sldId id="263" r:id="rId11"/>
    <p:sldId id="280" r:id="rId12"/>
    <p:sldId id="281" r:id="rId13"/>
    <p:sldId id="282" r:id="rId14"/>
    <p:sldId id="283" r:id="rId15"/>
    <p:sldId id="284" r:id="rId16"/>
    <p:sldId id="285" r:id="rId17"/>
    <p:sldId id="267" r:id="rId18"/>
    <p:sldId id="286" r:id="rId19"/>
    <p:sldId id="287" r:id="rId20"/>
    <p:sldId id="288" r:id="rId21"/>
    <p:sldId id="289" r:id="rId22"/>
    <p:sldId id="292" r:id="rId23"/>
    <p:sldId id="275" r:id="rId24"/>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SI-PC" initials="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256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2136" y="1470"/>
      </p:cViewPr>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16.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尊敬的各位老师下午好，我是来自数字1801班的庄正涛</a:t>
            </a:r>
            <a:r>
              <a:rPr lang="zh-CN" altLang="en-US">
                <a:sym typeface="+mn-ea"/>
              </a:rPr>
              <a:t>，指导老师是高天寒教授，</a:t>
            </a:r>
            <a:r>
              <a:rPr lang="zh-CN" altLang="en-US"/>
              <a:t>我的毕业设计题目是“一种基于屏幕空间的实时光线追踪方法研究与应用”。</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本次答辩主要分围绕以下五个部分展开。</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首先是第一部分：研究背景及意义</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t>近年来，</a:t>
            </a:r>
            <a:r>
              <a:t>主流的游戏引擎也在传统光栅化渲染管线的基础上，在部分阶段中使用</a:t>
            </a:r>
            <a:r>
              <a:rPr lang="zh-CN"/>
              <a:t>了</a:t>
            </a:r>
            <a:r>
              <a:t>全新的光线追踪技术来获取更加真实的画面细节。</a:t>
            </a:r>
          </a:p>
          <a:p>
            <a:r>
              <a:t>其中基于</a:t>
            </a:r>
            <a:r>
              <a:rPr lang="zh-CN"/>
              <a:t>实时</a:t>
            </a:r>
            <a:r>
              <a:t>光线追踪的全局光照技术是其中的</a:t>
            </a:r>
            <a:r>
              <a:rPr lang="zh-CN"/>
              <a:t>重要组成部分之一</a:t>
            </a:r>
            <a: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a:sym typeface="+mn-ea"/>
              </a:rPr>
              <a:t>经典的离线光线追踪因其计算复杂度过高，并不适用于实时应用。</a:t>
            </a:r>
            <a:endParaRPr>
              <a:sym typeface="+mn-ea"/>
            </a:endParaRPr>
          </a:p>
          <a:p>
            <a:r>
              <a:rPr>
                <a:sym typeface="+mn-ea"/>
              </a:rPr>
              <a:t>近年来，由</a:t>
            </a:r>
            <a:r>
              <a:rPr lang="zh-CN">
                <a:sym typeface="+mn-ea"/>
              </a:rPr>
              <a:t>英伟达</a:t>
            </a:r>
            <a:r>
              <a:rPr>
                <a:sym typeface="+mn-ea"/>
              </a:rPr>
              <a:t>提出的RTXGI等技术则依赖原生硬件支持，进一步提升了用户成本。</a:t>
            </a:r>
            <a:endParaRPr>
              <a:sym typeface="+mn-ea"/>
            </a:endParaRPr>
          </a:p>
          <a:p>
            <a:r>
              <a:rPr lang="zh-CN" altLang="en-US">
                <a:sym typeface="+mn-ea"/>
              </a:rPr>
              <a:t>而屏幕空间中的几何信息有限，且计算复杂度较低。</a:t>
            </a:r>
            <a:endParaRPr lang="zh-CN" altLang="en-US"/>
          </a:p>
          <a:p>
            <a:r>
              <a:rPr>
                <a:sym typeface="+mn-ea"/>
              </a:rPr>
              <a:t>因此本方法的核心思路就是将光线追踪技术和屏幕空间算法的优势相结合，从直接光照的渲染结果出发，在屏幕空间中进行光线步进，计算场景中的间接漫反射光照</a:t>
            </a:r>
            <a:r>
              <a:rPr lang="zh-CN">
                <a:sym typeface="+mn-ea"/>
              </a:rPr>
              <a:t>，</a:t>
            </a:r>
            <a:r>
              <a:rPr>
                <a:sym typeface="+mn-ea"/>
              </a:rPr>
              <a:t>该方法简称为SSGI。</a:t>
            </a:r>
            <a:endParaRPr>
              <a:sym typeface="+mn-ea"/>
            </a:endParaRPr>
          </a:p>
          <a:p>
            <a:r>
              <a:rPr lang="zh-CN" altLang="en-US">
                <a:sym typeface="+mn-ea"/>
              </a:rPr>
              <a:t>其</a:t>
            </a:r>
            <a:r>
              <a:rPr lang="zh-CN">
                <a:sym typeface="+mn-ea"/>
              </a:rPr>
              <a:t>核心优势在于可以在中低性能平台上提供高质量的动态全局光照效果。</a:t>
            </a:r>
            <a:endParaRPr lang="zh-CN"/>
          </a:p>
          <a:p>
            <a:endParaRPr 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然后是本方法的需求</a:t>
            </a:r>
            <a:r>
              <a:rPr lang="zh-CN" altLang="en-US"/>
              <a:t>分析</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SSGI</a:t>
            </a:r>
            <a:r>
              <a:rPr lang="zh-CN" altLang="en-US">
                <a:sym typeface="+mn-ea"/>
              </a:rPr>
              <a:t>的核心需求分为四部分，分别是高质量实时全局光照；自定义渲染质量；</a:t>
            </a:r>
            <a:r>
              <a:rPr lang="zh-CN" altLang="en-US">
                <a:sym typeface="+mn-ea"/>
              </a:rPr>
              <a:t>开发工具</a:t>
            </a:r>
            <a:r>
              <a:rPr lang="zh-CN" altLang="en-US">
                <a:sym typeface="+mn-ea"/>
              </a:rPr>
              <a:t>以及</a:t>
            </a:r>
            <a:r>
              <a:rPr lang="zh-CN" altLang="en-US">
                <a:sym typeface="+mn-ea"/>
              </a:rPr>
              <a:t>渲染流程</a:t>
            </a:r>
            <a:r>
              <a:rPr lang="zh-CN" altLang="en-US">
                <a:sym typeface="+mn-ea"/>
              </a:rPr>
              <a:t>的兼容性，最后是对算法实现的性能要求。</a:t>
            </a:r>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然后是本方法的核心内容：方法设计与实现</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SSGI是在屏幕空间进行的，运行在后处理阶段。</a:t>
            </a:r>
          </a:p>
          <a:p>
            <a:r>
              <a:t>由于屏幕空间中的场景几何信息以纹理形式给出，因此采用效率更高的光线步进作为具体的光线追踪方式。</a:t>
            </a:r>
          </a:p>
          <a:p>
            <a:r>
              <a:t>整体流程分为四个阶段，分别是数据准备，加速结构构建，光线步进和降噪处理，以下对这四个阶段</a:t>
            </a:r>
            <a:r>
              <a:rPr lang="zh-CN"/>
              <a:t>进行</a:t>
            </a:r>
            <a:r>
              <a:t>逐项</a:t>
            </a:r>
            <a:r>
              <a:rPr lang="zh-CN"/>
              <a:t>介绍</a:t>
            </a:r>
            <a:r>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在数据准备阶段，需要为后续步骤准备各种资源：</a:t>
            </a:r>
            <a:endParaRPr lang="zh-CN" altLang="en-US"/>
          </a:p>
          <a:p>
            <a:r>
              <a:rPr lang="zh-CN" altLang="en-US"/>
              <a:t>其中纹理资源包括G Buffer的相关纹理，以及场景当前的渲染结果。</a:t>
            </a:r>
            <a:endParaRPr lang="zh-CN" altLang="en-US"/>
          </a:p>
          <a:p>
            <a:r>
              <a:rPr lang="zh-CN" altLang="en-US"/>
              <a:t>矩阵资源包括各种</a:t>
            </a:r>
            <a:r>
              <a:rPr lang="zh-CN" altLang="en-US"/>
              <a:t>坐标变换矩阵。</a:t>
            </a:r>
            <a:endParaRPr lang="zh-CN" altLang="en-US"/>
          </a:p>
          <a:p>
            <a:r>
              <a:rPr lang="zh-CN" altLang="en-US"/>
              <a:t>渲染参数是一系列自定义渲染质量的</a:t>
            </a:r>
            <a:r>
              <a:rPr lang="zh-CN" altLang="en-US"/>
              <a:t>配置参数。</a:t>
            </a:r>
            <a:endParaRPr lang="zh-CN" altLang="en-US"/>
          </a:p>
          <a:p>
            <a:r>
              <a:rPr lang="zh-CN" altLang="en-US"/>
              <a:t>其中不同的</a:t>
            </a:r>
            <a:r>
              <a:rPr lang="zh-CN" altLang="en-US"/>
              <a:t>数据资源具有不同的更新</a:t>
            </a:r>
            <a:r>
              <a:rPr lang="zh-CN" altLang="en-US"/>
              <a:t>策略。</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光线步进的步长选择直接决定了其质量和性能，为了兼具效率和准确性，本方法使用层次Z缓冲技术来动态选择下一次前进的步长。</a:t>
            </a:r>
          </a:p>
          <a:p>
            <a:r>
              <a:t>具体做法是获取当前层级中四个相邻深度的最小值作为下一层级的深度，然后在步进过程中动态选择相应的层级来进行求交判断。</a:t>
            </a:r>
          </a:p>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在光线步进阶段，我们首先需要准备光线数据，如采样法线缓冲来构建切线空间基底等。</a:t>
            </a:r>
            <a:endParaRPr lang="zh-CN" altLang="en-US"/>
          </a:p>
          <a:p>
            <a:r>
              <a:rPr lang="zh-CN" altLang="en-US"/>
              <a:t>然后对着色点的上半球范围内进行均匀采样，这里通过采样蓝噪声贴图从而获得屏幕空间下的采样方向。</a:t>
            </a:r>
            <a:endParaRPr lang="zh-CN" altLang="en-US"/>
          </a:p>
          <a:p>
            <a:r>
              <a:rPr lang="zh-CN" altLang="en-US"/>
              <a:t>然后在屏幕空间下，使用</a:t>
            </a:r>
            <a:r>
              <a:rPr lang="en-US" altLang="zh-CN"/>
              <a:t>Hi-Z</a:t>
            </a:r>
            <a:r>
              <a:rPr lang="zh-CN" altLang="en-US"/>
              <a:t>缓冲来进行光线步进，并获取光线和场景的碰撞信息。</a:t>
            </a:r>
            <a:endParaRPr lang="zh-CN" altLang="en-US"/>
          </a:p>
          <a:p>
            <a:r>
              <a:rPr lang="zh-CN" altLang="en-US"/>
              <a:t>最后根据碰撞信息，计算该方向上贡献的间接漫反射光照。</a:t>
            </a:r>
            <a:endParaRPr lang="zh-CN" altLang="en-US"/>
          </a:p>
          <a:p>
            <a:r>
              <a:rPr lang="zh-CN" altLang="en-US"/>
              <a:t>除此之外，为了</a:t>
            </a:r>
            <a:r>
              <a:rPr lang="zh-CN" altLang="en-US">
                <a:sym typeface="+mn-ea"/>
              </a:rPr>
              <a:t>减弱屏幕空间算法的瑕疵，</a:t>
            </a:r>
            <a:r>
              <a:rPr lang="zh-CN" altLang="en-US"/>
              <a:t>使用了基于像素UV坐标的</a:t>
            </a:r>
            <a:r>
              <a:rPr lang="en-US" altLang="zh-CN"/>
              <a:t>   </a:t>
            </a:r>
            <a:r>
              <a:rPr lang="zh-CN" altLang="en-US"/>
              <a:t>间接光照权重贡献来达到屏幕边缘渐隐的</a:t>
            </a:r>
            <a:r>
              <a:rPr lang="zh-CN" altLang="en-US"/>
              <a:t>效果。</a:t>
            </a:r>
            <a:endParaRPr lang="zh-CN" altLang="en-US"/>
          </a:p>
          <a:p>
            <a:r>
              <a:rPr lang="zh-CN" altLang="en-US"/>
              <a:t>同时，可以在屏幕半分辨率下进行光线追踪，从而进一步减少整体性能消耗。</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t>Hi-Z</a:t>
            </a:r>
            <a:r>
              <a:t>缓冲中的每个Texel相当于一个AABB包围盒，层级越低，其包围盒越</a:t>
            </a:r>
            <a:r>
              <a:rPr lang="zh-CN"/>
              <a:t>小</a:t>
            </a:r>
            <a:r>
              <a:t>。</a:t>
            </a:r>
          </a:p>
          <a:p>
            <a:r>
              <a:t>在具体的算法实现中，使用包围盒是否相交叉来判断光线和场景的位置关系，具体由光线方向和光线与像素之间的深度关系决定。</a:t>
            </a:r>
          </a:p>
          <a:p>
            <a:r>
              <a:t>在判断光线是否和场景相交的时候，</a:t>
            </a:r>
            <a:r>
              <a:rPr lang="zh-CN"/>
              <a:t>通常</a:t>
            </a:r>
            <a:r>
              <a:t>会</a:t>
            </a:r>
            <a:r>
              <a:rPr lang="zh-CN"/>
              <a:t>进行</a:t>
            </a:r>
            <a:r>
              <a:t>范围限制</a:t>
            </a:r>
            <a:r>
              <a:rPr lang="zh-CN"/>
              <a:t>。</a:t>
            </a:r>
            <a:endParaRPr lang="zh-CN"/>
          </a:p>
          <a:p>
            <a:r>
              <a:rPr lang="zh-CN"/>
              <a:t>这里为了进一步降低整体性能</a:t>
            </a:r>
            <a:r>
              <a:rPr lang="zh-CN"/>
              <a:t>消耗，</a:t>
            </a:r>
            <a:r>
              <a:t>使用的是常量厚度，即认为场景中的所有表面都具有相同的厚度。</a:t>
            </a:r>
          </a:p>
          <a:p>
            <a:r>
              <a:rPr lang="zh-CN"/>
              <a:t>使用</a:t>
            </a:r>
            <a:r>
              <a:rPr lang="en-US" altLang="zh-CN"/>
              <a:t>Hi-Z</a:t>
            </a:r>
            <a:r>
              <a:rPr lang="zh-CN" altLang="en-US"/>
              <a:t>缓冲加速的光线步进，相对于线性</a:t>
            </a:r>
            <a:r>
              <a:rPr lang="zh-CN" altLang="en-US"/>
              <a:t>光线步进一般可以提高</a:t>
            </a:r>
            <a:r>
              <a:rPr lang="en-US" altLang="zh-CN"/>
              <a:t>3-5</a:t>
            </a:r>
            <a:r>
              <a:rPr lang="zh-CN" altLang="en-US"/>
              <a:t>倍左右的</a:t>
            </a:r>
            <a:r>
              <a:rPr lang="zh-CN" altLang="en-US"/>
              <a:t>速度。</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光线追踪的结果是充满噪点的，我们需要对其进行额外的降噪处理。</a:t>
            </a:r>
            <a:endParaRPr lang="zh-CN" altLang="en-US">
              <a:sym typeface="+mn-ea"/>
            </a:endParaRPr>
          </a:p>
          <a:p>
            <a:r>
              <a:rPr lang="zh-CN" altLang="en-US">
                <a:sym typeface="+mn-ea"/>
              </a:rPr>
              <a:t>时域过滤通过将之前一帧的信息和当前帧进行混合，来对当前帧进行降噪处理。</a:t>
            </a:r>
            <a:endParaRPr lang="zh-CN" altLang="en-US">
              <a:sym typeface="+mn-ea"/>
            </a:endParaRPr>
          </a:p>
          <a:p>
            <a:r>
              <a:rPr lang="zh-CN" altLang="en-US">
                <a:sym typeface="+mn-ea"/>
              </a:rPr>
              <a:t>为了避免像素颜色差距过大，因此会通过构建AABB裁剪盒子来计算颜色的范围。</a:t>
            </a:r>
            <a:endParaRPr lang="zh-CN" altLang="en-US">
              <a:sym typeface="+mn-ea"/>
            </a:endParaRPr>
          </a:p>
          <a:p>
            <a:r>
              <a:rPr lang="zh-CN" altLang="en-US">
                <a:sym typeface="+mn-ea"/>
              </a:rPr>
              <a:t>双边过滤采用了像素间的深度差异作为权重，将时域过滤的渲染结果再进行横向和纵向两次双边过滤。</a:t>
            </a:r>
            <a:endParaRPr lang="zh-CN" altLang="en-US">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第</a:t>
            </a:r>
            <a:r>
              <a:rPr lang="zh-CN" altLang="en-US"/>
              <a:t>四部分是研究成果及应用</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本文中的方法在Unity引擎内置渲染管线中的延迟渲染路径中进行了实现，在经典的Sponza场景中对方法进行了测试与应用，并为其添加了动态UI控制模块。</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整个场景中仅有一盏方向光，该视角下面数为</a:t>
            </a:r>
            <a:r>
              <a:rPr lang="en-US" altLang="zh-CN"/>
              <a:t>110</a:t>
            </a:r>
            <a:r>
              <a:rPr lang="zh-CN" altLang="en-US"/>
              <a:t>万</a:t>
            </a:r>
            <a:r>
              <a:rPr lang="zh-CN" altLang="en-US"/>
              <a:t>面。</a:t>
            </a:r>
            <a:endParaRPr lang="zh-CN" altLang="en-US"/>
          </a:p>
          <a:p>
            <a:r>
              <a:rPr lang="zh-CN" altLang="en-US"/>
              <a:t>关闭</a:t>
            </a:r>
            <a:r>
              <a:rPr lang="en-US" altLang="zh-CN"/>
              <a:t>SSGI</a:t>
            </a:r>
            <a:r>
              <a:rPr lang="zh-CN" altLang="en-US"/>
              <a:t>后，场景中仅有直接光照</a:t>
            </a:r>
            <a:r>
              <a:rPr lang="zh-CN" altLang="en-US"/>
              <a:t>效果。</a:t>
            </a:r>
            <a:endParaRPr lang="zh-CN" altLang="en-US"/>
          </a:p>
          <a:p>
            <a:r>
              <a:rPr lang="zh-CN" altLang="en-US"/>
              <a:t>可以实时对比画面表现，</a:t>
            </a:r>
            <a:r>
              <a:rPr lang="en-US" altLang="zh-CN"/>
              <a:t>SSGI</a:t>
            </a:r>
            <a:r>
              <a:rPr lang="zh-CN" altLang="en-US"/>
              <a:t>提供的间接</a:t>
            </a:r>
            <a:r>
              <a:rPr lang="zh-CN" altLang="en-US"/>
              <a:t>漫反射光照将场景剩余部分都照亮</a:t>
            </a:r>
            <a:r>
              <a:rPr lang="zh-CN" altLang="en-US"/>
              <a:t>了。</a:t>
            </a:r>
            <a:endParaRPr lang="zh-CN" altLang="en-US"/>
          </a:p>
          <a:p>
            <a:r>
              <a:rPr lang="zh-CN" altLang="en-US"/>
              <a:t>通过滑动条调整方向光方向，可以预览场景中的光照效果</a:t>
            </a:r>
            <a:r>
              <a:rPr lang="zh-CN" altLang="en-US"/>
              <a:t>变化。</a:t>
            </a:r>
            <a:endParaRPr lang="zh-CN" altLang="en-US"/>
          </a:p>
          <a:p>
            <a:r>
              <a:rPr lang="zh-CN" altLang="en-US"/>
              <a:t>这里</a:t>
            </a:r>
            <a:r>
              <a:rPr lang="zh-CN" altLang="en-US"/>
              <a:t>是降噪面板，在关闭两种降噪方式之后，画面上出现了大量的</a:t>
            </a:r>
            <a:r>
              <a:rPr lang="zh-CN" altLang="en-US"/>
              <a:t>噪点。</a:t>
            </a:r>
            <a:endParaRPr lang="zh-CN" altLang="en-US"/>
          </a:p>
          <a:p>
            <a:r>
              <a:rPr lang="zh-CN" altLang="en-US"/>
              <a:t>这里是</a:t>
            </a:r>
            <a:r>
              <a:rPr lang="zh-CN" altLang="en-US">
                <a:sym typeface="+mn-ea"/>
              </a:rPr>
              <a:t>光线追踪面板，可以通过调整光线数量和光线步进次数来获得不同质量的渲染结果。</a:t>
            </a:r>
            <a:endParaRPr lang="zh-CN" altLang="en-US">
              <a:sym typeface="+mn-ea"/>
            </a:endParaRPr>
          </a:p>
          <a:p>
            <a:r>
              <a:rPr lang="zh-CN" altLang="en-US">
                <a:sym typeface="+mn-ea"/>
              </a:rPr>
              <a:t>也可以在半分辨率下进行</a:t>
            </a:r>
            <a:r>
              <a:rPr lang="zh-CN" altLang="en-US">
                <a:sym typeface="+mn-ea"/>
              </a:rPr>
              <a:t>光线追踪，一般可以提高</a:t>
            </a:r>
            <a:r>
              <a:rPr lang="en-US" altLang="zh-CN">
                <a:sym typeface="+mn-ea"/>
              </a:rPr>
              <a:t>3-5</a:t>
            </a:r>
            <a:r>
              <a:rPr lang="zh-CN" altLang="en-US">
                <a:sym typeface="+mn-ea"/>
              </a:rPr>
              <a:t>帧。</a:t>
            </a:r>
            <a:endParaRPr lang="zh-CN" altLang="en-US">
              <a:sym typeface="+mn-ea"/>
            </a:endParaRPr>
          </a:p>
          <a:p>
            <a:r>
              <a:rPr lang="zh-CN" altLang="en-US">
                <a:sym typeface="+mn-ea"/>
              </a:rPr>
              <a:t>这是一些其他视角下的光照</a:t>
            </a:r>
            <a:r>
              <a:rPr lang="zh-CN" altLang="en-US">
                <a:sym typeface="+mn-ea"/>
              </a:rPr>
              <a:t>效果。</a:t>
            </a:r>
            <a:endParaRPr lang="zh-CN" altLang="en-US">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最后是方法的测试和</a:t>
            </a:r>
            <a:r>
              <a:rPr lang="zh-CN" altLang="en-US"/>
              <a:t>总结</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t>使用</a:t>
            </a:r>
            <a:r>
              <a:rPr lang="zh-CN"/>
              <a:t>相同场景</a:t>
            </a:r>
            <a:r>
              <a:t>对方法进行了性能测试，测试平台为5年前的中端游戏本，其搭载的显卡为移动版的1070，在如今属于中低性能显卡。</a:t>
            </a:r>
          </a:p>
          <a:p>
            <a:r>
              <a:t>方法整体性能表现良好，在光线数量为8，最大步进次数为32的时候可以兼顾运行效率和画面表现。</a:t>
            </a:r>
          </a:p>
          <a:p>
            <a:r>
              <a:t>可以</a:t>
            </a:r>
            <a:r>
              <a:rPr lang="zh-CN"/>
              <a:t>动态</a:t>
            </a:r>
            <a:r>
              <a:t>调整渲染参数</a:t>
            </a:r>
            <a:r>
              <a:rPr lang="zh-CN"/>
              <a:t>来适应不同性能的平台</a:t>
            </a:r>
            <a:r>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SSGI具有较高的效率和兼容性，</a:t>
            </a:r>
            <a:r>
              <a:rPr lang="zh-CN"/>
              <a:t>可以在中低性能平台上良好运行。</a:t>
            </a:r>
            <a:endParaRPr lang="zh-CN"/>
          </a:p>
          <a:p>
            <a:r>
              <a:t>但是和其他屏幕空间效果一样，</a:t>
            </a:r>
            <a:r>
              <a:rPr lang="zh-CN"/>
              <a:t>如果</a:t>
            </a:r>
            <a:r>
              <a:rPr lang="en-US" altLang="zh-CN"/>
              <a:t>SSGI</a:t>
            </a:r>
            <a:r>
              <a:rPr lang="zh-CN" altLang="en-US"/>
              <a:t>是场景中唯一的间接光来源，那么</a:t>
            </a:r>
            <a:r>
              <a:rPr lang="zh-CN"/>
              <a:t>当亮表面和大物体在进出视野的时候，会造成画面的光照</a:t>
            </a:r>
            <a:r>
              <a:rPr lang="zh-CN"/>
              <a:t>变化。</a:t>
            </a:r>
            <a:endParaRPr lang="zh-CN"/>
          </a:p>
          <a:p>
            <a:r>
              <a:rPr lang="zh-CN"/>
              <a:t>因此</a:t>
            </a:r>
            <a:r>
              <a:t>SSGI最好是与其他间接光照技术结合使用，例如基于预计算的GI技术。</a:t>
            </a:r>
          </a:p>
          <a:p>
            <a:r>
              <a:t>将SSGI和烘焙光照叠加使用可以减少屏幕空间算法的瑕疵，因此和一些商用游戏引擎中一样，建议将SSGI用来改善场景中的间接光照而不是唯一的间接光照</a:t>
            </a:r>
            <a:r>
              <a:rPr lang="zh-CN"/>
              <a:t>来源</a:t>
            </a:r>
            <a:r>
              <a:t>。</a:t>
            </a:r>
          </a:p>
          <a:p/>
          <a:p>
            <a:r>
              <a:rPr lang="zh-CN"/>
              <a:t>在未来</a:t>
            </a:r>
            <a:r>
              <a:rPr lang="zh-CN"/>
              <a:t>的进一步优化中，可以增加重要性采样来进一步提升采样</a:t>
            </a:r>
            <a:r>
              <a:rPr lang="zh-CN"/>
              <a:t>效率。</a:t>
            </a:r>
            <a:endParaRPr 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本次答辩到此结束。</a:t>
            </a:r>
            <a:endParaRPr lang="zh-CN" altLang="en-US"/>
          </a:p>
          <a:p>
            <a:r>
              <a:rPr lang="zh-CN" altLang="en-US"/>
              <a:t>其中还存在一些不足和缺陷，请老师批评指正。</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pic>
        <p:nvPicPr>
          <p:cNvPr id="7" name="图片 6" descr="C:\Users\MSI-PC\Desktop\校徽.png校徽"/>
          <p:cNvPicPr>
            <a:picLocks noChangeAspect="1"/>
          </p:cNvPicPr>
          <p:nvPr userDrawn="1"/>
        </p:nvPicPr>
        <p:blipFill>
          <a:blip r:embed="rId12"/>
          <a:srcRect/>
          <a:stretch>
            <a:fillRect/>
          </a:stretch>
        </p:blipFill>
        <p:spPr>
          <a:xfrm>
            <a:off x="10970201" y="99696"/>
            <a:ext cx="1005123" cy="932180"/>
          </a:xfrm>
          <a:prstGeom prst="rect">
            <a:avLst/>
          </a:prstGeom>
          <a:effectLst>
            <a:outerShdw blurRad="50800" dist="50800" dir="600000" algn="ctr" rotWithShape="0">
              <a:srgbClr val="000000">
                <a:alpha val="43137"/>
              </a:srgbClr>
            </a:outerShdw>
          </a:effectLst>
        </p:spPr>
      </p:pic>
      <p:sp>
        <p:nvSpPr>
          <p:cNvPr id="43" name="文本框 77"/>
          <p:cNvSpPr txBox="1"/>
          <p:nvPr userDrawn="1"/>
        </p:nvSpPr>
        <p:spPr>
          <a:xfrm>
            <a:off x="9197975" y="381635"/>
            <a:ext cx="1676400" cy="368300"/>
          </a:xfrm>
          <a:prstGeom prst="rect">
            <a:avLst/>
          </a:prstGeom>
          <a:noFill/>
          <a:ln w="9525">
            <a:noFill/>
          </a:ln>
        </p:spPr>
        <p:txBody>
          <a:bodyPr wrap="square">
            <a:spAutoFit/>
          </a:bodyPr>
          <a:lstStyle>
            <a:lvl1pPr marL="455930" indent="-455930" algn="l" defTabSz="1217930" rtl="0" eaLnBrk="0" fontAlgn="base" hangingPunct="0">
              <a:spcBef>
                <a:spcPct val="20000"/>
              </a:spcBef>
              <a:spcAft>
                <a:spcPct val="0"/>
              </a:spcAft>
              <a:buFont typeface="Arial" panose="020B0604020202020204" pitchFamily="34" charset="0"/>
              <a:buChar char="•"/>
              <a:defRPr sz="4200">
                <a:solidFill>
                  <a:schemeClr val="tx1"/>
                </a:solidFill>
                <a:latin typeface="+mn-lt"/>
                <a:ea typeface="+mn-ea"/>
                <a:cs typeface="+mn-cs"/>
              </a:defRPr>
            </a:lvl1pPr>
            <a:lvl2pPr marL="989330" indent="-379730" algn="l" defTabSz="1217930" rtl="0" eaLnBrk="0" fontAlgn="base" hangingPunct="0">
              <a:spcBef>
                <a:spcPct val="20000"/>
              </a:spcBef>
              <a:spcAft>
                <a:spcPct val="0"/>
              </a:spcAft>
              <a:buFont typeface="Arial" panose="020B0604020202020204" pitchFamily="34" charset="0"/>
              <a:buChar char="–"/>
              <a:defRPr sz="3700">
                <a:solidFill>
                  <a:schemeClr val="tx1"/>
                </a:solidFill>
                <a:latin typeface="+mn-lt"/>
                <a:ea typeface="+mn-ea"/>
              </a:defRPr>
            </a:lvl2pPr>
            <a:lvl3pPr marL="1522730" indent="-303530" algn="l" defTabSz="121793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defRPr>
            </a:lvl3pPr>
            <a:lvl4pPr marL="21323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4pPr>
            <a:lvl5pPr marL="27419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5pPr>
          </a:lstStyle>
          <a:p>
            <a:pPr marL="0" lvl="0" indent="0" defTabSz="914400" eaLnBrk="1" hangingPunct="1">
              <a:spcBef>
                <a:spcPct val="0"/>
              </a:spcBef>
              <a:buNone/>
            </a:pPr>
            <a:r>
              <a:rPr lang="zh-CN" altLang="en-US" sz="1800" b="1" dirty="0">
                <a:solidFill>
                  <a:schemeClr val="bg1"/>
                </a:solidFill>
                <a:latin typeface="等线 Light" panose="02010600030101010101" charset="-122"/>
                <a:ea typeface="等线 Light" panose="02010600030101010101" charset="-122"/>
              </a:rPr>
              <a:t>答辩序号：</a:t>
            </a:r>
            <a:r>
              <a:rPr lang="en-US" altLang="zh-CN" sz="1800" b="1" dirty="0">
                <a:solidFill>
                  <a:schemeClr val="bg1"/>
                </a:solidFill>
                <a:latin typeface="等线 Light" panose="02010600030101010101" charset="-122"/>
                <a:ea typeface="等线 Light" panose="02010600030101010101" charset="-122"/>
              </a:rPr>
              <a:t>33</a:t>
            </a:r>
            <a:endParaRPr lang="en-US" altLang="zh-CN" sz="1800" b="1" dirty="0">
              <a:solidFill>
                <a:schemeClr val="bg1"/>
              </a:solidFill>
              <a:latin typeface="等线 Light" panose="02010600030101010101" charset="-122"/>
              <a:ea typeface="等线 Light" panose="0201060003010101010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500"/>
    </mc:Choice>
    <mc:Fallback>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2" Type="http://schemas.openxmlformats.org/officeDocument/2006/relationships/notesSlide" Target="../notesSlides/notesSlide2.xml"/><Relationship Id="rId11" Type="http://schemas.openxmlformats.org/officeDocument/2006/relationships/slideLayout" Target="../slideLayouts/slideLayout2.xml"/><Relationship Id="rId10" Type="http://schemas.openxmlformats.org/officeDocument/2006/relationships/tags" Target="../tags/tag1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tags" Target="../tags/tag14.xml"/><Relationship Id="rId2" Type="http://schemas.microsoft.com/office/2007/relationships/media" Target="file:///D:\&#20316;&#19994;\&#26368;&#36817;&#35201;&#24178;&#30340;&#27963;\&#27605;&#35774;\&#27605;&#19994;&#35770;&#25991;\&#31572;&#36777;&#26448;&#26009;\SSGI&#28436;&#31034;&#27969;&#31243;.mp4" TargetMode="External"/><Relationship Id="rId1" Type="http://schemas.openxmlformats.org/officeDocument/2006/relationships/video" Target="file:///D:\&#20316;&#19994;\&#26368;&#36817;&#35201;&#24178;&#30340;&#27963;\&#27605;&#35774;\&#27605;&#19994;&#35770;&#25991;\&#31572;&#36777;&#26448;&#26009;\SSGI&#28436;&#31034;&#27969;&#31243;.mp4" TargetMode="Externa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7" name="矩形 6"/>
          <p:cNvSpPr/>
          <p:nvPr/>
        </p:nvSpPr>
        <p:spPr>
          <a:xfrm rot="20749242">
            <a:off x="-1502905" y="158178"/>
            <a:ext cx="16124116" cy="6891040"/>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a:off x="1080127" y="-734398"/>
            <a:ext cx="2108332" cy="6231295"/>
          </a:xfrm>
          <a:custGeom>
            <a:avLst/>
            <a:gdLst>
              <a:gd name="connsiteX0" fmla="*/ 0 w 2105695"/>
              <a:gd name="connsiteY0" fmla="*/ 0 h 6223500"/>
              <a:gd name="connsiteX1" fmla="*/ 2105695 w 2105695"/>
              <a:gd name="connsiteY1" fmla="*/ 0 h 6223500"/>
              <a:gd name="connsiteX2" fmla="*/ 2105695 w 2105695"/>
              <a:gd name="connsiteY2" fmla="*/ 5632579 h 6223500"/>
              <a:gd name="connsiteX3" fmla="*/ 1043603 w 2105695"/>
              <a:gd name="connsiteY3" fmla="*/ 6223500 h 6223500"/>
              <a:gd name="connsiteX4" fmla="*/ 0 w 2105695"/>
              <a:gd name="connsiteY4" fmla="*/ 5632579 h 622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5695" h="6223500">
                <a:moveTo>
                  <a:pt x="0" y="0"/>
                </a:moveTo>
                <a:lnTo>
                  <a:pt x="2105695" y="0"/>
                </a:lnTo>
                <a:lnTo>
                  <a:pt x="2105695" y="5632579"/>
                </a:lnTo>
                <a:lnTo>
                  <a:pt x="1043603" y="6223500"/>
                </a:lnTo>
                <a:lnTo>
                  <a:pt x="0" y="5632579"/>
                </a:lnTo>
                <a:close/>
              </a:path>
            </a:pathLst>
          </a:custGeom>
          <a:solidFill>
            <a:srgbClr val="225686"/>
          </a:solidFill>
          <a:ln>
            <a:noFill/>
          </a:ln>
          <a:effectLst>
            <a:outerShdw blurRad="203200" dist="279400" dir="36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nvSpPr>
        <p:spPr>
          <a:xfrm>
            <a:off x="4878070" y="4410710"/>
            <a:ext cx="5032375" cy="342900"/>
          </a:xfrm>
          <a:custGeom>
            <a:avLst/>
            <a:gdLst>
              <a:gd name="connsiteX0" fmla="*/ 171451 w 4352927"/>
              <a:gd name="connsiteY0" fmla="*/ 0 h 342902"/>
              <a:gd name="connsiteX1" fmla="*/ 171456 w 4352927"/>
              <a:gd name="connsiteY1" fmla="*/ 1 h 342902"/>
              <a:gd name="connsiteX2" fmla="*/ 4181471 w 4352927"/>
              <a:gd name="connsiteY2" fmla="*/ 1 h 342902"/>
              <a:gd name="connsiteX3" fmla="*/ 4181476 w 4352927"/>
              <a:gd name="connsiteY3" fmla="*/ 0 h 342902"/>
              <a:gd name="connsiteX4" fmla="*/ 4352927 w 4352927"/>
              <a:gd name="connsiteY4" fmla="*/ 171451 h 342902"/>
              <a:gd name="connsiteX5" fmla="*/ 4181476 w 4352927"/>
              <a:gd name="connsiteY5" fmla="*/ 342902 h 342902"/>
              <a:gd name="connsiteX6" fmla="*/ 4181471 w 4352927"/>
              <a:gd name="connsiteY6" fmla="*/ 342901 h 342902"/>
              <a:gd name="connsiteX7" fmla="*/ 171456 w 4352927"/>
              <a:gd name="connsiteY7" fmla="*/ 342901 h 342902"/>
              <a:gd name="connsiteX8" fmla="*/ 171451 w 4352927"/>
              <a:gd name="connsiteY8" fmla="*/ 342902 h 342902"/>
              <a:gd name="connsiteX9" fmla="*/ 0 w 4352927"/>
              <a:gd name="connsiteY9" fmla="*/ 171451 h 342902"/>
              <a:gd name="connsiteX10" fmla="*/ 171451 w 4352927"/>
              <a:gd name="connsiteY10" fmla="*/ 0 h 34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52927" h="342902">
                <a:moveTo>
                  <a:pt x="171451" y="0"/>
                </a:moveTo>
                <a:lnTo>
                  <a:pt x="171456" y="1"/>
                </a:lnTo>
                <a:lnTo>
                  <a:pt x="4181471" y="1"/>
                </a:lnTo>
                <a:lnTo>
                  <a:pt x="4181476" y="0"/>
                </a:lnTo>
                <a:cubicBezTo>
                  <a:pt x="4276166" y="0"/>
                  <a:pt x="4352927" y="76761"/>
                  <a:pt x="4352927" y="171451"/>
                </a:cubicBezTo>
                <a:cubicBezTo>
                  <a:pt x="4352927" y="266141"/>
                  <a:pt x="4276166" y="342902"/>
                  <a:pt x="4181476" y="342902"/>
                </a:cubicBezTo>
                <a:lnTo>
                  <a:pt x="4181471" y="342901"/>
                </a:lnTo>
                <a:lnTo>
                  <a:pt x="171456" y="342901"/>
                </a:lnTo>
                <a:lnTo>
                  <a:pt x="171451" y="342902"/>
                </a:lnTo>
                <a:cubicBezTo>
                  <a:pt x="76761" y="342902"/>
                  <a:pt x="0" y="266141"/>
                  <a:pt x="0" y="171451"/>
                </a:cubicBezTo>
                <a:cubicBezTo>
                  <a:pt x="0" y="76761"/>
                  <a:pt x="76761" y="0"/>
                  <a:pt x="171451" y="0"/>
                </a:cubicBezTo>
                <a:close/>
              </a:path>
            </a:pathLst>
          </a:custGeom>
          <a:solidFill>
            <a:srgbClr val="2661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latin typeface="思源黑体 CN Medium" panose="020B0600000000000000" pitchFamily="34" charset="-122"/>
                <a:ea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rPr>
              <a:t>答辩人： </a:t>
            </a:r>
            <a:r>
              <a:rPr lang="en-US" altLang="zh-CN" sz="1600" dirty="0">
                <a:latin typeface="思源黑体 CN Medium" panose="020B0600000000000000" pitchFamily="34" charset="-122"/>
                <a:ea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rPr>
              <a:t>庄正涛       指导老师：</a:t>
            </a:r>
            <a:r>
              <a:rPr lang="en-US" altLang="zh-CN" sz="1600" dirty="0">
                <a:latin typeface="思源黑体 CN Medium" panose="020B0600000000000000" pitchFamily="34" charset="-122"/>
                <a:ea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rPr>
              <a:t>高天寒</a:t>
            </a:r>
            <a:r>
              <a:rPr lang="zh-CN" altLang="en-US" sz="1600" dirty="0">
                <a:latin typeface="思源黑体 CN Medium" panose="020B0600000000000000" pitchFamily="34" charset="-122"/>
                <a:ea typeface="思源黑体 CN Medium" panose="020B0600000000000000" pitchFamily="34" charset="-122"/>
              </a:rPr>
              <a:t>教授</a:t>
            </a:r>
            <a:endParaRPr lang="zh-CN" altLang="en-US" sz="1600" dirty="0">
              <a:latin typeface="思源黑体 CN Medium" panose="020B0600000000000000" pitchFamily="34" charset="-122"/>
              <a:ea typeface="思源黑体 CN Medium" panose="020B0600000000000000" pitchFamily="34" charset="-122"/>
            </a:endParaRPr>
          </a:p>
        </p:txBody>
      </p:sp>
      <p:sp>
        <p:nvSpPr>
          <p:cNvPr id="16" name="文本框 15"/>
          <p:cNvSpPr txBox="1"/>
          <p:nvPr/>
        </p:nvSpPr>
        <p:spPr>
          <a:xfrm>
            <a:off x="4017010" y="1800860"/>
            <a:ext cx="7076440" cy="1445260"/>
          </a:xfrm>
          <a:prstGeom prst="rect">
            <a:avLst/>
          </a:prstGeom>
          <a:noFill/>
        </p:spPr>
        <p:txBody>
          <a:bodyPr wrap="square" rtlCol="0">
            <a:spAutoFit/>
          </a:bodyPr>
          <a:lstStyle/>
          <a:p>
            <a:r>
              <a:rPr lang="zh-CN" altLang="en-US" sz="4400" dirty="0">
                <a:solidFill>
                  <a:srgbClr val="266196"/>
                </a:solidFill>
                <a:latin typeface="思源黑体 CN Heavy" panose="020B0A00000000000000" pitchFamily="34" charset="-122"/>
                <a:ea typeface="思源黑体 CN Heavy" panose="020B0A00000000000000" pitchFamily="34" charset="-122"/>
              </a:rPr>
              <a:t>一种基于屏幕空间的实时</a:t>
            </a:r>
            <a:endParaRPr lang="zh-CN" altLang="en-US" sz="4400" dirty="0">
              <a:solidFill>
                <a:srgbClr val="266196"/>
              </a:solidFill>
              <a:latin typeface="思源黑体 CN Heavy" panose="020B0A00000000000000" pitchFamily="34" charset="-122"/>
              <a:ea typeface="思源黑体 CN Heavy" panose="020B0A00000000000000" pitchFamily="34" charset="-122"/>
            </a:endParaRPr>
          </a:p>
          <a:p>
            <a:r>
              <a:rPr lang="zh-CN" altLang="en-US" sz="4400" dirty="0">
                <a:solidFill>
                  <a:srgbClr val="266196"/>
                </a:solidFill>
                <a:latin typeface="思源黑体 CN Heavy" panose="020B0A00000000000000" pitchFamily="34" charset="-122"/>
                <a:ea typeface="思源黑体 CN Heavy" panose="020B0A00000000000000" pitchFamily="34" charset="-122"/>
              </a:rPr>
              <a:t>光线追踪方法研究与应用</a:t>
            </a:r>
            <a:endParaRPr lang="zh-CN" altLang="en-US" sz="4400" dirty="0">
              <a:solidFill>
                <a:srgbClr val="266196"/>
              </a:solidFill>
              <a:latin typeface="思源黑体 CN Heavy" panose="020B0A00000000000000" pitchFamily="34" charset="-122"/>
              <a:ea typeface="思源黑体 CN Heavy" panose="020B0A00000000000000" pitchFamily="34" charset="-122"/>
            </a:endParaRPr>
          </a:p>
        </p:txBody>
      </p:sp>
      <p:sp>
        <p:nvSpPr>
          <p:cNvPr id="17" name="矩形 16"/>
          <p:cNvSpPr/>
          <p:nvPr/>
        </p:nvSpPr>
        <p:spPr>
          <a:xfrm>
            <a:off x="5363853" y="3426472"/>
            <a:ext cx="6391275" cy="645160"/>
          </a:xfrm>
          <a:prstGeom prst="rect">
            <a:avLst/>
          </a:prstGeom>
        </p:spPr>
        <p:txBody>
          <a:bodyPr wrap="square">
            <a:spAutoFit/>
          </a:bodyPr>
          <a:lstStyle/>
          <a:p>
            <a:r>
              <a:rPr>
                <a:solidFill>
                  <a:srgbClr val="266196"/>
                </a:solidFill>
                <a:latin typeface="Microsoft YaHei UI" panose="020B0503020204020204" pitchFamily="34" charset="-122"/>
                <a:ea typeface="Microsoft YaHei UI" panose="020B0503020204020204" pitchFamily="34" charset="-122"/>
              </a:rPr>
              <a:t>Research and Application of Real-Time </a:t>
            </a:r>
            <a:endParaRPr>
              <a:solidFill>
                <a:srgbClr val="266196"/>
              </a:solidFill>
              <a:latin typeface="Microsoft YaHei UI" panose="020B0503020204020204" pitchFamily="34" charset="-122"/>
              <a:ea typeface="Microsoft YaHei UI" panose="020B0503020204020204" pitchFamily="34" charset="-122"/>
            </a:endParaRPr>
          </a:p>
          <a:p>
            <a:r>
              <a:rPr>
                <a:solidFill>
                  <a:srgbClr val="266196"/>
                </a:solidFill>
                <a:latin typeface="Microsoft YaHei UI" panose="020B0503020204020204" pitchFamily="34" charset="-122"/>
                <a:ea typeface="Microsoft YaHei UI" panose="020B0503020204020204" pitchFamily="34" charset="-122"/>
              </a:rPr>
              <a:t>Ray Tracing Method based on Screen Space</a:t>
            </a:r>
            <a:endParaRPr>
              <a:solidFill>
                <a:srgbClr val="266196"/>
              </a:solidFill>
              <a:latin typeface="Microsoft YaHei UI" panose="020B0503020204020204" pitchFamily="34" charset="-122"/>
              <a:ea typeface="Microsoft YaHei UI" panose="020B0503020204020204" pitchFamily="34" charset="-122"/>
            </a:endParaRPr>
          </a:p>
        </p:txBody>
      </p:sp>
      <p:pic>
        <p:nvPicPr>
          <p:cNvPr id="2" name="图片 1"/>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5363845" y="568386"/>
            <a:ext cx="3019647" cy="905894"/>
          </a:xfrm>
          <a:prstGeom prst="rect">
            <a:avLst/>
          </a:prstGeom>
        </p:spPr>
      </p:pic>
      <p:pic>
        <p:nvPicPr>
          <p:cNvPr id="4" name="图片 3" descr="校徽"/>
          <p:cNvPicPr>
            <a:picLocks noChangeAspect="1"/>
          </p:cNvPicPr>
          <p:nvPr/>
        </p:nvPicPr>
        <p:blipFill>
          <a:blip r:embed="rId3"/>
          <a:stretch>
            <a:fillRect/>
          </a:stretch>
        </p:blipFill>
        <p:spPr>
          <a:xfrm>
            <a:off x="1296670" y="1585595"/>
            <a:ext cx="1788795" cy="1660525"/>
          </a:xfrm>
          <a:prstGeom prst="rect">
            <a:avLst/>
          </a:prstGeom>
        </p:spPr>
      </p:pic>
      <p:sp>
        <p:nvSpPr>
          <p:cNvPr id="43" name="文本框 77"/>
          <p:cNvSpPr txBox="1"/>
          <p:nvPr/>
        </p:nvSpPr>
        <p:spPr>
          <a:xfrm>
            <a:off x="1296670" y="4071620"/>
            <a:ext cx="1676400" cy="368300"/>
          </a:xfrm>
          <a:prstGeom prst="rect">
            <a:avLst/>
          </a:prstGeom>
          <a:noFill/>
          <a:ln w="9525">
            <a:noFill/>
          </a:ln>
        </p:spPr>
        <p:txBody>
          <a:bodyPr wrap="square">
            <a:spAutoFit/>
          </a:bodyPr>
          <a:lstStyle>
            <a:lvl1pPr marL="455930" indent="-455930" algn="l" defTabSz="1217930" rtl="0" eaLnBrk="0" fontAlgn="base" hangingPunct="0">
              <a:spcBef>
                <a:spcPct val="20000"/>
              </a:spcBef>
              <a:spcAft>
                <a:spcPct val="0"/>
              </a:spcAft>
              <a:buFont typeface="Arial" panose="020B0604020202020204" pitchFamily="34" charset="0"/>
              <a:buChar char="•"/>
              <a:defRPr sz="4200">
                <a:solidFill>
                  <a:schemeClr val="tx1"/>
                </a:solidFill>
                <a:latin typeface="+mn-lt"/>
                <a:ea typeface="+mn-ea"/>
                <a:cs typeface="+mn-cs"/>
              </a:defRPr>
            </a:lvl1pPr>
            <a:lvl2pPr marL="989330" indent="-379730" algn="l" defTabSz="1217930" rtl="0" eaLnBrk="0" fontAlgn="base" hangingPunct="0">
              <a:spcBef>
                <a:spcPct val="20000"/>
              </a:spcBef>
              <a:spcAft>
                <a:spcPct val="0"/>
              </a:spcAft>
              <a:buFont typeface="Arial" panose="020B0604020202020204" pitchFamily="34" charset="0"/>
              <a:buChar char="–"/>
              <a:defRPr sz="3700">
                <a:solidFill>
                  <a:schemeClr val="tx1"/>
                </a:solidFill>
                <a:latin typeface="+mn-lt"/>
                <a:ea typeface="+mn-ea"/>
              </a:defRPr>
            </a:lvl2pPr>
            <a:lvl3pPr marL="1522730" indent="-303530" algn="l" defTabSz="121793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defRPr>
            </a:lvl3pPr>
            <a:lvl4pPr marL="21323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4pPr>
            <a:lvl5pPr marL="27419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5pPr>
          </a:lstStyle>
          <a:p>
            <a:pPr marL="0" lvl="0" indent="0" defTabSz="914400" eaLnBrk="1" hangingPunct="1">
              <a:spcBef>
                <a:spcPct val="0"/>
              </a:spcBef>
              <a:buNone/>
            </a:pPr>
            <a:r>
              <a:rPr lang="zh-CN" altLang="en-US" sz="1800" b="1" dirty="0">
                <a:solidFill>
                  <a:schemeClr val="bg1"/>
                </a:solidFill>
                <a:latin typeface="等线 Light" panose="02010600030101010101" charset="-122"/>
                <a:ea typeface="等线 Light" panose="02010600030101010101" charset="-122"/>
              </a:rPr>
              <a:t>答辩序号：</a:t>
            </a:r>
            <a:r>
              <a:rPr lang="en-US" altLang="zh-CN" sz="1800" b="1" dirty="0">
                <a:solidFill>
                  <a:schemeClr val="bg1"/>
                </a:solidFill>
                <a:latin typeface="等线 Light" panose="02010600030101010101" charset="-122"/>
                <a:ea typeface="等线 Light" panose="02010600030101010101" charset="-122"/>
              </a:rPr>
              <a:t>33</a:t>
            </a:r>
            <a:endParaRPr lang="en-US" altLang="zh-CN" sz="1800" b="1" dirty="0">
              <a:solidFill>
                <a:schemeClr val="bg1"/>
              </a:solidFill>
              <a:latin typeface="等线 Light" panose="02010600030101010101" charset="-122"/>
              <a:ea typeface="等线 Light" panose="02010600030101010101"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58696" y="21775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2235835" y="516890"/>
            <a:ext cx="2630170" cy="645160"/>
          </a:xfrm>
          <a:prstGeom prst="rect">
            <a:avLst/>
          </a:prstGeom>
          <a:noFill/>
        </p:spPr>
        <p:txBody>
          <a:bodyPr wrap="square" rtlCol="0">
            <a:spAutoFit/>
          </a:bodyPr>
          <a:lstStyle/>
          <a:p>
            <a:pPr lvl="0" algn="l">
              <a:buClrTx/>
              <a:buSzTx/>
              <a:buFontTx/>
            </a:pPr>
            <a:r>
              <a:rPr lang="zh-CN" altLang="en-US" sz="3600" dirty="0">
                <a:solidFill>
                  <a:srgbClr val="266196"/>
                </a:solidFill>
                <a:latin typeface="思源黑体 CN Medium" panose="020B0600000000000000" pitchFamily="34" charset="-122"/>
                <a:ea typeface="思源黑体 CN Medium" panose="020B0600000000000000" pitchFamily="34" charset="-122"/>
                <a:sym typeface="+mn-ea"/>
              </a:rPr>
              <a:t>CONTENT</a:t>
            </a:r>
            <a:endParaRPr lang="zh-CN" altLang="en-US" sz="3600" dirty="0">
              <a:solidFill>
                <a:srgbClr val="266196"/>
              </a:solidFill>
              <a:latin typeface="思源黑体 CN Medium" panose="020B0600000000000000" pitchFamily="34" charset="-122"/>
              <a:ea typeface="思源黑体 CN Medium" panose="020B0600000000000000" pitchFamily="34" charset="-122"/>
              <a:sym typeface="+mn-ea"/>
            </a:endParaRPr>
          </a:p>
        </p:txBody>
      </p:sp>
      <p:sp>
        <p:nvSpPr>
          <p:cNvPr id="8" name="文本框 7"/>
          <p:cNvSpPr txBox="1"/>
          <p:nvPr>
            <p:custDataLst>
              <p:tags r:id="rId1"/>
            </p:custDataLst>
          </p:nvPr>
        </p:nvSpPr>
        <p:spPr>
          <a:xfrm>
            <a:off x="2871545" y="1716267"/>
            <a:ext cx="3701845" cy="461665"/>
          </a:xfrm>
          <a:prstGeom prst="rect">
            <a:avLst/>
          </a:prstGeom>
          <a:noFill/>
        </p:spPr>
        <p:txBody>
          <a:bodyPr wrap="square" rtlCol="0">
            <a:spAutoFit/>
          </a:bodyPr>
          <a:lstStyle/>
          <a:p>
            <a:pPr algn="just"/>
            <a:r>
              <a:rPr lang="zh-CN" altLang="en-US" sz="2400" dirty="0">
                <a:solidFill>
                  <a:srgbClr val="266196"/>
                </a:solidFill>
                <a:latin typeface="思源黑体 CN Medium" panose="020B0600000000000000" pitchFamily="34" charset="-122"/>
                <a:ea typeface="思源黑体 CN Medium" panose="020B0600000000000000" pitchFamily="34" charset="-122"/>
              </a:rPr>
              <a:t>研究背景及意义</a:t>
            </a:r>
            <a:endParaRPr lang="zh-CN" altLang="en-US" sz="2400" dirty="0">
              <a:solidFill>
                <a:srgbClr val="266196"/>
              </a:solidFill>
              <a:latin typeface="思源黑体 CN Medium" panose="020B0600000000000000" pitchFamily="34" charset="-122"/>
              <a:ea typeface="思源黑体 CN Medium" panose="020B0600000000000000" pitchFamily="34" charset="-122"/>
            </a:endParaRPr>
          </a:p>
        </p:txBody>
      </p:sp>
      <p:sp>
        <p:nvSpPr>
          <p:cNvPr id="9" name="文本框 8"/>
          <p:cNvSpPr txBox="1"/>
          <p:nvPr>
            <p:custDataLst>
              <p:tags r:id="rId2"/>
            </p:custDataLst>
          </p:nvPr>
        </p:nvSpPr>
        <p:spPr>
          <a:xfrm>
            <a:off x="2871368" y="2649717"/>
            <a:ext cx="2560957" cy="460375"/>
          </a:xfrm>
          <a:prstGeom prst="rect">
            <a:avLst/>
          </a:prstGeom>
          <a:noFill/>
        </p:spPr>
        <p:txBody>
          <a:bodyPr wrap="square" rtlCol="0">
            <a:spAutoFit/>
          </a:bodyPr>
          <a:lstStyle/>
          <a:p>
            <a:pPr algn="just"/>
            <a:r>
              <a:rPr lang="zh-CN" altLang="en-US" sz="2400" dirty="0">
                <a:solidFill>
                  <a:srgbClr val="266196"/>
                </a:solidFill>
                <a:latin typeface="思源黑体 CN Medium" panose="020B0600000000000000" pitchFamily="34" charset="-122"/>
                <a:ea typeface="思源黑体 CN Medium" panose="020B0600000000000000" pitchFamily="34" charset="-122"/>
              </a:rPr>
              <a:t>需求</a:t>
            </a:r>
            <a:r>
              <a:rPr lang="zh-CN" altLang="en-US" sz="2400" dirty="0">
                <a:solidFill>
                  <a:srgbClr val="266196"/>
                </a:solidFill>
                <a:latin typeface="思源黑体 CN Medium" panose="020B0600000000000000" pitchFamily="34" charset="-122"/>
                <a:ea typeface="思源黑体 CN Medium" panose="020B0600000000000000" pitchFamily="34" charset="-122"/>
              </a:rPr>
              <a:t>分析</a:t>
            </a:r>
            <a:endParaRPr lang="zh-CN" altLang="en-US" sz="2400" dirty="0">
              <a:solidFill>
                <a:srgbClr val="266196"/>
              </a:solidFill>
              <a:latin typeface="思源黑体 CN Medium" panose="020B0600000000000000" pitchFamily="34" charset="-122"/>
              <a:ea typeface="思源黑体 CN Medium" panose="020B0600000000000000" pitchFamily="34" charset="-122"/>
            </a:endParaRPr>
          </a:p>
        </p:txBody>
      </p:sp>
      <p:sp>
        <p:nvSpPr>
          <p:cNvPr id="10" name="文本框 9"/>
          <p:cNvSpPr txBox="1"/>
          <p:nvPr>
            <p:custDataLst>
              <p:tags r:id="rId3"/>
            </p:custDataLst>
          </p:nvPr>
        </p:nvSpPr>
        <p:spPr>
          <a:xfrm>
            <a:off x="2871545" y="4443635"/>
            <a:ext cx="3701845" cy="461665"/>
          </a:xfrm>
          <a:prstGeom prst="rect">
            <a:avLst/>
          </a:prstGeom>
          <a:noFill/>
        </p:spPr>
        <p:txBody>
          <a:bodyPr wrap="square" rtlCol="0">
            <a:spAutoFit/>
          </a:bodyPr>
          <a:lstStyle/>
          <a:p>
            <a:pPr algn="just"/>
            <a:r>
              <a:rPr lang="zh-CN" altLang="en-US" sz="2400" dirty="0">
                <a:solidFill>
                  <a:srgbClr val="266196"/>
                </a:solidFill>
                <a:latin typeface="思源黑体 CN Medium" panose="020B0600000000000000" pitchFamily="34" charset="-122"/>
                <a:ea typeface="思源黑体 CN Medium" panose="020B0600000000000000" pitchFamily="34" charset="-122"/>
              </a:rPr>
              <a:t>研究成果及应用</a:t>
            </a:r>
            <a:endParaRPr lang="zh-CN" altLang="en-US" sz="2400" dirty="0">
              <a:solidFill>
                <a:srgbClr val="266196"/>
              </a:solidFill>
              <a:latin typeface="思源黑体 CN Medium" panose="020B0600000000000000" pitchFamily="34" charset="-122"/>
              <a:ea typeface="思源黑体 CN Medium" panose="020B0600000000000000" pitchFamily="34" charset="-122"/>
            </a:endParaRPr>
          </a:p>
        </p:txBody>
      </p:sp>
      <p:sp>
        <p:nvSpPr>
          <p:cNvPr id="11" name="文本框 10"/>
          <p:cNvSpPr txBox="1"/>
          <p:nvPr>
            <p:custDataLst>
              <p:tags r:id="rId4"/>
            </p:custDataLst>
          </p:nvPr>
        </p:nvSpPr>
        <p:spPr>
          <a:xfrm>
            <a:off x="2871368" y="5370100"/>
            <a:ext cx="2614583" cy="460375"/>
          </a:xfrm>
          <a:prstGeom prst="rect">
            <a:avLst/>
          </a:prstGeom>
          <a:noFill/>
        </p:spPr>
        <p:txBody>
          <a:bodyPr wrap="square" rtlCol="0">
            <a:spAutoFit/>
          </a:bodyPr>
          <a:lstStyle/>
          <a:p>
            <a:pPr algn="just"/>
            <a:r>
              <a:rPr lang="zh-CN" altLang="en-US" sz="2400" dirty="0">
                <a:solidFill>
                  <a:srgbClr val="266196"/>
                </a:solidFill>
                <a:latin typeface="思源黑体 CN Medium" panose="020B0600000000000000" pitchFamily="34" charset="-122"/>
                <a:ea typeface="思源黑体 CN Medium" panose="020B0600000000000000" pitchFamily="34" charset="-122"/>
              </a:rPr>
              <a:t>方法测试及</a:t>
            </a:r>
            <a:r>
              <a:rPr lang="zh-CN" altLang="en-US" sz="2400" dirty="0">
                <a:solidFill>
                  <a:srgbClr val="266196"/>
                </a:solidFill>
                <a:latin typeface="思源黑体 CN Medium" panose="020B0600000000000000" pitchFamily="34" charset="-122"/>
                <a:ea typeface="思源黑体 CN Medium" panose="020B0600000000000000" pitchFamily="34" charset="-122"/>
              </a:rPr>
              <a:t>总结</a:t>
            </a:r>
            <a:endParaRPr lang="zh-CN" altLang="en-US" sz="2400" dirty="0">
              <a:solidFill>
                <a:srgbClr val="266196"/>
              </a:solidFill>
              <a:latin typeface="思源黑体 CN Medium" panose="020B0600000000000000" pitchFamily="34" charset="-122"/>
              <a:ea typeface="思源黑体 CN Medium" panose="020B0600000000000000" pitchFamily="34" charset="-122"/>
            </a:endParaRPr>
          </a:p>
        </p:txBody>
      </p:sp>
      <p:sp>
        <p:nvSpPr>
          <p:cNvPr id="12" name="文本框 11"/>
          <p:cNvSpPr txBox="1"/>
          <p:nvPr/>
        </p:nvSpPr>
        <p:spPr>
          <a:xfrm>
            <a:off x="666100" y="515721"/>
            <a:ext cx="1816126" cy="645160"/>
          </a:xfrm>
          <a:prstGeom prst="rect">
            <a:avLst/>
          </a:prstGeom>
          <a:noFill/>
        </p:spPr>
        <p:txBody>
          <a:bodyPr wrap="square" rtlCol="0">
            <a:spAutoFit/>
          </a:bodyPr>
          <a:lstStyle/>
          <a:p>
            <a:r>
              <a:rPr lang="zh-CN" altLang="en-US" sz="3600" dirty="0">
                <a:solidFill>
                  <a:srgbClr val="266196"/>
                </a:solidFill>
                <a:latin typeface="思源黑体 CN Medium" panose="020B0600000000000000" pitchFamily="34" charset="-122"/>
                <a:ea typeface="思源黑体 CN Medium" panose="020B0600000000000000" pitchFamily="34" charset="-122"/>
              </a:rPr>
              <a:t>目录</a:t>
            </a:r>
            <a:r>
              <a:rPr lang="en-US" altLang="zh-CN" sz="3600" dirty="0">
                <a:solidFill>
                  <a:srgbClr val="266196"/>
                </a:solidFill>
                <a:latin typeface="思源黑体 CN Medium" panose="020B0600000000000000" pitchFamily="34" charset="-122"/>
                <a:ea typeface="思源黑体 CN Medium" panose="020B0600000000000000" pitchFamily="34" charset="-122"/>
              </a:rPr>
              <a:t> /</a:t>
            </a:r>
            <a:endParaRPr lang="zh-CN" altLang="en-US" sz="3600" dirty="0">
              <a:solidFill>
                <a:srgbClr val="266196"/>
              </a:solidFill>
              <a:latin typeface="思源黑体 CN Medium" panose="020B0600000000000000" pitchFamily="34" charset="-122"/>
              <a:ea typeface="思源黑体 CN Medium" panose="020B0600000000000000" pitchFamily="34" charset="-122"/>
            </a:endParaRPr>
          </a:p>
        </p:txBody>
      </p:sp>
      <p:sp>
        <p:nvSpPr>
          <p:cNvPr id="17" name="矩形 16"/>
          <p:cNvSpPr/>
          <p:nvPr>
            <p:custDataLst>
              <p:tags r:id="rId5"/>
            </p:custDataLst>
          </p:nvPr>
        </p:nvSpPr>
        <p:spPr>
          <a:xfrm>
            <a:off x="1915609" y="1651310"/>
            <a:ext cx="591607" cy="591607"/>
          </a:xfrm>
          <a:prstGeom prst="rect">
            <a:avLst/>
          </a:prstGeom>
          <a:solidFill>
            <a:srgbClr val="1C48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01</a:t>
            </a:r>
            <a:endParaRPr lang="zh-CN" altLang="en-US" sz="2000" b="1" dirty="0"/>
          </a:p>
        </p:txBody>
      </p:sp>
      <p:sp>
        <p:nvSpPr>
          <p:cNvPr id="18" name="矩形 17"/>
          <p:cNvSpPr/>
          <p:nvPr>
            <p:custDataLst>
              <p:tags r:id="rId6"/>
            </p:custDataLst>
          </p:nvPr>
        </p:nvSpPr>
        <p:spPr>
          <a:xfrm>
            <a:off x="1925946" y="2519990"/>
            <a:ext cx="591607" cy="591607"/>
          </a:xfrm>
          <a:prstGeom prst="rect">
            <a:avLst/>
          </a:prstGeom>
          <a:solidFill>
            <a:srgbClr val="1C48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02</a:t>
            </a:r>
            <a:endParaRPr lang="zh-CN" altLang="en-US" sz="2000" b="1" dirty="0"/>
          </a:p>
        </p:txBody>
      </p:sp>
      <p:sp>
        <p:nvSpPr>
          <p:cNvPr id="19" name="矩形 18"/>
          <p:cNvSpPr/>
          <p:nvPr>
            <p:custDataLst>
              <p:tags r:id="rId7"/>
            </p:custDataLst>
          </p:nvPr>
        </p:nvSpPr>
        <p:spPr>
          <a:xfrm>
            <a:off x="1914973" y="4374513"/>
            <a:ext cx="591607" cy="591607"/>
          </a:xfrm>
          <a:prstGeom prst="rect">
            <a:avLst/>
          </a:prstGeom>
          <a:solidFill>
            <a:srgbClr val="1C48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04</a:t>
            </a:r>
            <a:endParaRPr lang="zh-CN" altLang="en-US" sz="2000" b="1" dirty="0"/>
          </a:p>
        </p:txBody>
      </p:sp>
      <p:sp>
        <p:nvSpPr>
          <p:cNvPr id="20" name="矩形 19"/>
          <p:cNvSpPr/>
          <p:nvPr>
            <p:custDataLst>
              <p:tags r:id="rId8"/>
            </p:custDataLst>
          </p:nvPr>
        </p:nvSpPr>
        <p:spPr>
          <a:xfrm>
            <a:off x="1915786" y="5247358"/>
            <a:ext cx="591607" cy="591607"/>
          </a:xfrm>
          <a:prstGeom prst="rect">
            <a:avLst/>
          </a:prstGeom>
          <a:solidFill>
            <a:srgbClr val="1C48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05</a:t>
            </a:r>
            <a:endParaRPr lang="zh-CN" altLang="en-US" sz="2000" b="1" dirty="0"/>
          </a:p>
        </p:txBody>
      </p:sp>
      <p:sp>
        <p:nvSpPr>
          <p:cNvPr id="13" name="文本框 12"/>
          <p:cNvSpPr txBox="1"/>
          <p:nvPr>
            <p:custDataLst>
              <p:tags r:id="rId9"/>
            </p:custDataLst>
          </p:nvPr>
        </p:nvSpPr>
        <p:spPr>
          <a:xfrm>
            <a:off x="2871368" y="3518397"/>
            <a:ext cx="2560957" cy="460375"/>
          </a:xfrm>
          <a:prstGeom prst="rect">
            <a:avLst/>
          </a:prstGeom>
          <a:noFill/>
        </p:spPr>
        <p:txBody>
          <a:bodyPr wrap="square" rtlCol="0">
            <a:spAutoFit/>
          </a:bodyPr>
          <a:p>
            <a:pPr algn="just"/>
            <a:r>
              <a:rPr lang="zh-CN" altLang="en-US" sz="2400" dirty="0">
                <a:solidFill>
                  <a:srgbClr val="266196"/>
                </a:solidFill>
                <a:latin typeface="思源黑体 CN Medium" panose="020B0600000000000000" pitchFamily="34" charset="-122"/>
                <a:ea typeface="思源黑体 CN Medium" panose="020B0600000000000000" pitchFamily="34" charset="-122"/>
              </a:rPr>
              <a:t>方法设计</a:t>
            </a:r>
            <a:r>
              <a:rPr lang="zh-CN" altLang="en-US" sz="2400" dirty="0">
                <a:solidFill>
                  <a:srgbClr val="266196"/>
                </a:solidFill>
                <a:latin typeface="思源黑体 CN Medium" panose="020B0600000000000000" pitchFamily="34" charset="-122"/>
                <a:ea typeface="思源黑体 CN Medium" panose="020B0600000000000000" pitchFamily="34" charset="-122"/>
              </a:rPr>
              <a:t>及实现</a:t>
            </a:r>
            <a:endParaRPr lang="zh-CN" altLang="en-US" sz="2400" dirty="0">
              <a:solidFill>
                <a:srgbClr val="266196"/>
              </a:solidFill>
              <a:latin typeface="思源黑体 CN Medium" panose="020B0600000000000000" pitchFamily="34" charset="-122"/>
              <a:ea typeface="思源黑体 CN Medium" panose="020B0600000000000000" pitchFamily="34" charset="-122"/>
            </a:endParaRPr>
          </a:p>
        </p:txBody>
      </p:sp>
      <p:sp>
        <p:nvSpPr>
          <p:cNvPr id="14" name="矩形 13"/>
          <p:cNvSpPr/>
          <p:nvPr>
            <p:custDataLst>
              <p:tags r:id="rId10"/>
            </p:custDataLst>
          </p:nvPr>
        </p:nvSpPr>
        <p:spPr>
          <a:xfrm>
            <a:off x="1914516" y="3447090"/>
            <a:ext cx="591607" cy="591607"/>
          </a:xfrm>
          <a:prstGeom prst="rect">
            <a:avLst/>
          </a:prstGeom>
          <a:solidFill>
            <a:srgbClr val="1C4885"/>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dirty="0"/>
              <a:t>03</a:t>
            </a:r>
            <a:endParaRPr lang="zh-CN" altLang="en-US" sz="2000" b="1"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a:off x="-1028700" y="2442500"/>
            <a:ext cx="14192250" cy="2354000"/>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C:\Users\MSI-PC\Desktop\校徽.png校徽"/>
          <p:cNvPicPr>
            <a:picLocks noChangeAspect="1"/>
          </p:cNvPicPr>
          <p:nvPr/>
        </p:nvPicPr>
        <p:blipFill>
          <a:blip r:embed="rId1"/>
          <a:srcRect/>
          <a:stretch>
            <a:fillRect/>
          </a:stretch>
        </p:blipFill>
        <p:spPr>
          <a:xfrm>
            <a:off x="5323088" y="697442"/>
            <a:ext cx="1545823" cy="1433830"/>
          </a:xfrm>
          <a:prstGeom prst="rect">
            <a:avLst/>
          </a:prstGeom>
          <a:effectLst>
            <a:outerShdw blurRad="50800" dist="50800" dir="600000" algn="ctr" rotWithShape="0">
              <a:srgbClr val="000000">
                <a:alpha val="43137"/>
              </a:srgbClr>
            </a:outerShdw>
          </a:effectLst>
        </p:spPr>
      </p:pic>
      <p:sp>
        <p:nvSpPr>
          <p:cNvPr id="7" name="文本框 6"/>
          <p:cNvSpPr txBox="1"/>
          <p:nvPr/>
        </p:nvSpPr>
        <p:spPr>
          <a:xfrm>
            <a:off x="3396109" y="3048120"/>
            <a:ext cx="6377679" cy="1107996"/>
          </a:xfrm>
          <a:prstGeom prst="rect">
            <a:avLst/>
          </a:prstGeom>
          <a:noFill/>
        </p:spPr>
        <p:txBody>
          <a:bodyPr wrap="square" rtlCol="0">
            <a:spAutoFit/>
          </a:bodyPr>
          <a:lstStyle/>
          <a:p>
            <a:pPr algn="dist"/>
            <a:r>
              <a:rPr lang="zh-CN" altLang="en-US" sz="6600" dirty="0">
                <a:solidFill>
                  <a:srgbClr val="225686"/>
                </a:solidFill>
                <a:latin typeface="思源黑体 CN Medium" panose="020B0600000000000000" pitchFamily="34" charset="-122"/>
                <a:ea typeface="思源黑体 CN Medium" panose="020B0600000000000000" pitchFamily="34" charset="-122"/>
              </a:rPr>
              <a:t>研究背景及意义</a:t>
            </a:r>
            <a:endParaRPr lang="zh-CN" altLang="en-US" sz="6600" dirty="0">
              <a:solidFill>
                <a:srgbClr val="225686"/>
              </a:solidFill>
              <a:latin typeface="思源黑体 CN Medium" panose="020B0600000000000000" pitchFamily="34" charset="-122"/>
              <a:ea typeface="思源黑体 CN Medium" panose="020B0600000000000000" pitchFamily="34" charset="-122"/>
            </a:endParaRPr>
          </a:p>
        </p:txBody>
      </p:sp>
      <p:sp>
        <p:nvSpPr>
          <p:cNvPr id="8" name="文本框 7"/>
          <p:cNvSpPr txBox="1"/>
          <p:nvPr/>
        </p:nvSpPr>
        <p:spPr>
          <a:xfrm>
            <a:off x="3074670" y="4250055"/>
            <a:ext cx="7059295" cy="306705"/>
          </a:xfrm>
          <a:prstGeom prst="rect">
            <a:avLst/>
          </a:prstGeom>
          <a:noFill/>
        </p:spPr>
        <p:txBody>
          <a:bodyPr wrap="square" rtlCol="0">
            <a:spAutoFit/>
          </a:bodyPr>
          <a:lstStyle/>
          <a:p>
            <a:pPr algn="ctr"/>
            <a:r>
              <a:rPr lang="en-US" sz="1400">
                <a:solidFill>
                  <a:srgbClr val="225686"/>
                </a:solidFill>
                <a:latin typeface="Microsoft YaHei UI" panose="020B0503020204020204" pitchFamily="34" charset="-122"/>
                <a:ea typeface="Microsoft YaHei UI" panose="020B0503020204020204" pitchFamily="34" charset="-122"/>
              </a:rPr>
              <a:t>R</a:t>
            </a:r>
            <a:r>
              <a:rPr sz="1400">
                <a:solidFill>
                  <a:srgbClr val="225686"/>
                </a:solidFill>
                <a:latin typeface="Microsoft YaHei UI" panose="020B0503020204020204" pitchFamily="34" charset="-122"/>
                <a:ea typeface="Microsoft YaHei UI" panose="020B0503020204020204" pitchFamily="34" charset="-122"/>
              </a:rPr>
              <a:t>esearch </a:t>
            </a:r>
            <a:r>
              <a:rPr lang="en-US" sz="1400">
                <a:solidFill>
                  <a:srgbClr val="225686"/>
                </a:solidFill>
                <a:latin typeface="Microsoft YaHei UI" panose="020B0503020204020204" pitchFamily="34" charset="-122"/>
                <a:ea typeface="Microsoft YaHei UI" panose="020B0503020204020204" pitchFamily="34" charset="-122"/>
              </a:rPr>
              <a:t>B</a:t>
            </a:r>
            <a:r>
              <a:rPr sz="1400">
                <a:solidFill>
                  <a:srgbClr val="225686"/>
                </a:solidFill>
                <a:latin typeface="Microsoft YaHei UI" panose="020B0503020204020204" pitchFamily="34" charset="-122"/>
                <a:ea typeface="Microsoft YaHei UI" panose="020B0503020204020204" pitchFamily="34" charset="-122"/>
              </a:rPr>
              <a:t>ackground and </a:t>
            </a:r>
            <a:r>
              <a:rPr lang="en-US" sz="1400">
                <a:solidFill>
                  <a:srgbClr val="225686"/>
                </a:solidFill>
                <a:latin typeface="Microsoft YaHei UI" panose="020B0503020204020204" pitchFamily="34" charset="-122"/>
                <a:ea typeface="Microsoft YaHei UI" panose="020B0503020204020204" pitchFamily="34" charset="-122"/>
              </a:rPr>
              <a:t>S</a:t>
            </a:r>
            <a:r>
              <a:rPr sz="1400">
                <a:solidFill>
                  <a:srgbClr val="225686"/>
                </a:solidFill>
                <a:latin typeface="Microsoft YaHei UI" panose="020B0503020204020204" pitchFamily="34" charset="-122"/>
                <a:ea typeface="Microsoft YaHei UI" panose="020B0503020204020204" pitchFamily="34" charset="-122"/>
              </a:rPr>
              <a:t>ignificance</a:t>
            </a:r>
            <a:endParaRPr sz="1400">
              <a:solidFill>
                <a:srgbClr val="225686"/>
              </a:solidFill>
              <a:latin typeface="Microsoft YaHei UI" panose="020B0503020204020204" pitchFamily="34" charset="-122"/>
              <a:ea typeface="Microsoft YaHei UI" panose="020B0503020204020204" pitchFamily="34" charset="-122"/>
            </a:endParaRPr>
          </a:p>
        </p:txBody>
      </p:sp>
      <p:cxnSp>
        <p:nvCxnSpPr>
          <p:cNvPr id="9" name="直接连接符 8"/>
          <p:cNvCxnSpPr/>
          <p:nvPr/>
        </p:nvCxnSpPr>
        <p:spPr>
          <a:xfrm>
            <a:off x="3075290" y="4156116"/>
            <a:ext cx="6887183" cy="0"/>
          </a:xfrm>
          <a:prstGeom prst="line">
            <a:avLst/>
          </a:prstGeom>
          <a:ln w="12700">
            <a:solidFill>
              <a:srgbClr val="225686"/>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966008" y="2955787"/>
            <a:ext cx="4027251" cy="1200329"/>
          </a:xfrm>
          <a:prstGeom prst="rect">
            <a:avLst/>
          </a:prstGeom>
          <a:noFill/>
        </p:spPr>
        <p:txBody>
          <a:bodyPr wrap="square" rtlCol="0">
            <a:spAutoFit/>
          </a:bodyPr>
          <a:lstStyle/>
          <a:p>
            <a:r>
              <a:rPr lang="en-US" altLang="zh-CN" sz="7200" dirty="0">
                <a:solidFill>
                  <a:srgbClr val="225686"/>
                </a:solidFill>
              </a:rPr>
              <a:t>01</a:t>
            </a:r>
            <a:endParaRPr lang="zh-CN" altLang="en-US" sz="7200" dirty="0">
              <a:solidFill>
                <a:srgbClr val="225686"/>
              </a:solidFill>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33296" y="22156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200650" y="4603115"/>
            <a:ext cx="6456680" cy="1019810"/>
          </a:xfrm>
          <a:prstGeom prst="rect">
            <a:avLst/>
          </a:prstGeom>
          <a:solidFill>
            <a:schemeClr val="bg1">
              <a:alpha val="0"/>
            </a:schemeClr>
          </a:solidFill>
          <a:ln>
            <a:solidFill>
              <a:srgbClr val="26619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266196"/>
              </a:solidFill>
            </a:endParaRPr>
          </a:p>
        </p:txBody>
      </p:sp>
      <p:sp>
        <p:nvSpPr>
          <p:cNvPr id="20" name="矩形 1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5242560" y="4714875"/>
            <a:ext cx="6414770" cy="398780"/>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lvl="0" algn="ctr"/>
            <a:r>
              <a:rPr lang="zh-CN" altLang="en-US" sz="2000" b="1" dirty="0">
                <a:solidFill>
                  <a:srgbClr val="266196"/>
                </a:solidFill>
                <a:latin typeface="华文细黑" panose="02010600040101010101" pitchFamily="2" charset="-122"/>
                <a:ea typeface="华文细黑" panose="02010600040101010101" pitchFamily="2" charset="-122"/>
              </a:rPr>
              <a:t>全局光照</a:t>
            </a:r>
            <a:r>
              <a:rPr lang="zh-CN" altLang="en-US" sz="2000" b="1" dirty="0">
                <a:solidFill>
                  <a:srgbClr val="266196"/>
                </a:solidFill>
                <a:latin typeface="华文细黑" panose="02010600040101010101" pitchFamily="2" charset="-122"/>
                <a:ea typeface="华文细黑" panose="02010600040101010101" pitchFamily="2" charset="-122"/>
              </a:rPr>
              <a:t>技术</a:t>
            </a:r>
            <a:endParaRPr lang="zh-CN" altLang="en-US" sz="2000" b="1" dirty="0">
              <a:solidFill>
                <a:srgbClr val="266196"/>
              </a:solidFill>
              <a:latin typeface="华文细黑" panose="02010600040101010101" pitchFamily="2" charset="-122"/>
              <a:ea typeface="华文细黑" panose="02010600040101010101" pitchFamily="2" charset="-122"/>
            </a:endParaRPr>
          </a:p>
        </p:txBody>
      </p:sp>
      <p:sp>
        <p:nvSpPr>
          <p:cNvPr id="22" name="矩形 21" descr="e7d195523061f1c09e9d68d7cf438b91ef959ecb14fc25d26BBA7F7DBC18E55DFF4014AF651F0BF2569D4B6C1DA7F1A4683A481403BD872FC687266AD13265C1DE7C373772FD8728ABDD69ADD03BFF5BE2862BC891DBB79E10DB513E374AE534FA998B5905FE5628651D9625737F40972089C532E5406DDB64F9FF52DCC7F4E0E52573EB41B30AC074A5450FD255FE64"/>
          <p:cNvSpPr/>
          <p:nvPr/>
        </p:nvSpPr>
        <p:spPr>
          <a:xfrm>
            <a:off x="5243195" y="5010150"/>
            <a:ext cx="6414135" cy="460375"/>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lnSpc>
                <a:spcPct val="150000"/>
              </a:lnSpc>
              <a:buClr>
                <a:srgbClr val="E7E6E6">
                  <a:lumMod val="10000"/>
                </a:srgbClr>
              </a:buClr>
            </a:pPr>
            <a:r>
              <a:rPr lang="zh-CN" altLang="en-US" sz="1600" dirty="0">
                <a:solidFill>
                  <a:srgbClr val="266196"/>
                </a:solidFill>
                <a:cs typeface="+mn-ea"/>
                <a:sym typeface="+mn-lt"/>
              </a:rPr>
              <a:t>计算场景中的直接光照效果和间接光照</a:t>
            </a:r>
            <a:r>
              <a:rPr lang="zh-CN" altLang="en-US" sz="1600" dirty="0">
                <a:solidFill>
                  <a:srgbClr val="266196"/>
                </a:solidFill>
                <a:cs typeface="+mn-ea"/>
                <a:sym typeface="+mn-lt"/>
              </a:rPr>
              <a:t>效果。</a:t>
            </a:r>
            <a:endParaRPr lang="zh-CN" altLang="en-US" sz="1600" dirty="0">
              <a:solidFill>
                <a:srgbClr val="266196"/>
              </a:solidFill>
              <a:cs typeface="+mn-ea"/>
              <a:sym typeface="+mn-lt"/>
            </a:endParaRPr>
          </a:p>
        </p:txBody>
      </p:sp>
      <p:sp>
        <p:nvSpPr>
          <p:cNvPr id="26" name="矩形 25"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1610995" y="2357120"/>
            <a:ext cx="1947545" cy="460375"/>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lvl="0" algn="r"/>
            <a:r>
              <a:rPr lang="zh-CN" altLang="en-US" sz="2400" b="1" dirty="0">
                <a:solidFill>
                  <a:srgbClr val="266196"/>
                </a:solidFill>
                <a:latin typeface="华文细黑" panose="02010600040101010101" pitchFamily="2" charset="-122"/>
                <a:ea typeface="华文细黑" panose="02010600040101010101" pitchFamily="2" charset="-122"/>
              </a:rPr>
              <a:t>次世代</a:t>
            </a:r>
            <a:r>
              <a:rPr lang="zh-CN" altLang="en-US" sz="2400" b="1" dirty="0">
                <a:solidFill>
                  <a:srgbClr val="266196"/>
                </a:solidFill>
                <a:latin typeface="华文细黑" panose="02010600040101010101" pitchFamily="2" charset="-122"/>
                <a:ea typeface="华文细黑" panose="02010600040101010101" pitchFamily="2" charset="-122"/>
              </a:rPr>
              <a:t>游戏</a:t>
            </a:r>
            <a:endParaRPr lang="zh-CN" altLang="en-US" sz="2400" b="1" dirty="0">
              <a:solidFill>
                <a:srgbClr val="266196"/>
              </a:solidFill>
              <a:latin typeface="华文细黑" panose="02010600040101010101" pitchFamily="2" charset="-122"/>
              <a:ea typeface="华文细黑" panose="02010600040101010101" pitchFamily="2" charset="-122"/>
            </a:endParaRPr>
          </a:p>
        </p:txBody>
      </p:sp>
      <p:sp>
        <p:nvSpPr>
          <p:cNvPr id="2" name="文本框 1"/>
          <p:cNvSpPr txBox="1"/>
          <p:nvPr/>
        </p:nvSpPr>
        <p:spPr>
          <a:xfrm>
            <a:off x="218471" y="724438"/>
            <a:ext cx="6377679" cy="584775"/>
          </a:xfrm>
          <a:prstGeom prst="rect">
            <a:avLst/>
          </a:prstGeom>
          <a:noFill/>
        </p:spPr>
        <p:txBody>
          <a:bodyPr wrap="square" rtlCol="0">
            <a:spAutoFit/>
          </a:bodyPr>
          <a:p>
            <a:r>
              <a:rPr lang="zh-CN" altLang="en-US" sz="3200" dirty="0">
                <a:solidFill>
                  <a:srgbClr val="266196"/>
                </a:solidFill>
                <a:latin typeface="思源黑体 CN Medium" panose="020B0600000000000000" pitchFamily="34" charset="-122"/>
                <a:ea typeface="思源黑体 CN Medium" panose="020B0600000000000000" pitchFamily="34" charset="-122"/>
              </a:rPr>
              <a:t>研究背景及意义</a:t>
            </a:r>
            <a:endParaRPr lang="zh-CN" altLang="en-US" sz="3200" dirty="0">
              <a:solidFill>
                <a:srgbClr val="266196"/>
              </a:solidFill>
              <a:latin typeface="思源黑体 CN Medium" panose="020B0600000000000000" pitchFamily="34" charset="-122"/>
              <a:ea typeface="思源黑体 CN Medium" panose="020B0600000000000000" pitchFamily="34" charset="-122"/>
            </a:endParaRPr>
          </a:p>
        </p:txBody>
      </p:sp>
      <p:pic>
        <p:nvPicPr>
          <p:cNvPr id="4" name="图片 3" descr="1"/>
          <p:cNvPicPr>
            <a:picLocks noChangeAspect="1"/>
          </p:cNvPicPr>
          <p:nvPr/>
        </p:nvPicPr>
        <p:blipFill>
          <a:blip r:embed="rId1"/>
          <a:srcRect l="50174" b="50195"/>
          <a:stretch>
            <a:fillRect/>
          </a:stretch>
        </p:blipFill>
        <p:spPr>
          <a:xfrm>
            <a:off x="862330" y="3164205"/>
            <a:ext cx="3603625" cy="2030730"/>
          </a:xfrm>
          <a:prstGeom prst="rect">
            <a:avLst/>
          </a:prstGeom>
        </p:spPr>
      </p:pic>
      <p:sp>
        <p:nvSpPr>
          <p:cNvPr id="27" name="矩形 26"/>
          <p:cNvSpPr/>
          <p:nvPr/>
        </p:nvSpPr>
        <p:spPr>
          <a:xfrm>
            <a:off x="5199380" y="3303905"/>
            <a:ext cx="6456680" cy="1028065"/>
          </a:xfrm>
          <a:prstGeom prst="rect">
            <a:avLst/>
          </a:prstGeom>
          <a:solidFill>
            <a:schemeClr val="bg1">
              <a:alpha val="0"/>
            </a:schemeClr>
          </a:solidFill>
          <a:ln>
            <a:solidFill>
              <a:srgbClr val="26619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266196"/>
              </a:solidFill>
            </a:endParaRPr>
          </a:p>
        </p:txBody>
      </p:sp>
      <p:sp>
        <p:nvSpPr>
          <p:cNvPr id="28" name="矩形 27"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5241925" y="3303905"/>
            <a:ext cx="6414770" cy="398780"/>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lvl="0" algn="ctr"/>
            <a:r>
              <a:rPr lang="zh-CN" altLang="en-US" sz="2000" b="1" dirty="0">
                <a:solidFill>
                  <a:srgbClr val="266196"/>
                </a:solidFill>
                <a:latin typeface="华文细黑" panose="02010600040101010101" pitchFamily="2" charset="-122"/>
                <a:ea typeface="华文细黑" panose="02010600040101010101" pitchFamily="2" charset="-122"/>
              </a:rPr>
              <a:t>实时光线追踪</a:t>
            </a:r>
            <a:r>
              <a:rPr lang="zh-CN" altLang="en-US" sz="2000" b="1" dirty="0">
                <a:solidFill>
                  <a:srgbClr val="266196"/>
                </a:solidFill>
                <a:latin typeface="华文细黑" panose="02010600040101010101" pitchFamily="2" charset="-122"/>
                <a:ea typeface="华文细黑" panose="02010600040101010101" pitchFamily="2" charset="-122"/>
              </a:rPr>
              <a:t>技术</a:t>
            </a:r>
            <a:endParaRPr lang="zh-CN" altLang="en-US" sz="2000" b="1" dirty="0">
              <a:solidFill>
                <a:srgbClr val="266196"/>
              </a:solidFill>
              <a:latin typeface="华文细黑" panose="02010600040101010101" pitchFamily="2" charset="-122"/>
              <a:ea typeface="华文细黑" panose="02010600040101010101" pitchFamily="2" charset="-122"/>
            </a:endParaRPr>
          </a:p>
        </p:txBody>
      </p:sp>
      <p:sp>
        <p:nvSpPr>
          <p:cNvPr id="29" name="矩形 28" descr="e7d195523061f1c09e9d68d7cf438b91ef959ecb14fc25d26BBA7F7DBC18E55DFF4014AF651F0BF2569D4B6C1DA7F1A4683A481403BD872FC687266AD13265C1DE7C373772FD8728ABDD69ADD03BFF5BE2862BC891DBB79E10DB513E374AE534FA998B5905FE5628651D9625737F40972089C532E5406DDB64F9FF52DCC7F4E0E52573EB41B30AC074A5450FD255FE64"/>
          <p:cNvSpPr/>
          <p:nvPr/>
        </p:nvSpPr>
        <p:spPr>
          <a:xfrm>
            <a:off x="5242560" y="3741420"/>
            <a:ext cx="6414135" cy="460375"/>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lnSpc>
                <a:spcPct val="150000"/>
              </a:lnSpc>
              <a:buClr>
                <a:srgbClr val="E7E6E6">
                  <a:lumMod val="10000"/>
                </a:srgbClr>
              </a:buClr>
              <a:buSzTx/>
              <a:buFontTx/>
            </a:pPr>
            <a:r>
              <a:rPr lang="zh-CN" altLang="en-US" sz="1600" dirty="0">
                <a:solidFill>
                  <a:srgbClr val="266196"/>
                </a:solidFill>
                <a:cs typeface="+mn-ea"/>
                <a:sym typeface="+mn-lt"/>
              </a:rPr>
              <a:t>模拟光线在空间中的传播过程从而计算各种不同的</a:t>
            </a:r>
            <a:r>
              <a:rPr lang="zh-CN" altLang="en-US" sz="1600" dirty="0">
                <a:solidFill>
                  <a:srgbClr val="266196"/>
                </a:solidFill>
                <a:cs typeface="+mn-ea"/>
                <a:sym typeface="+mn-lt"/>
              </a:rPr>
              <a:t>视觉效果。</a:t>
            </a:r>
            <a:endParaRPr lang="zh-CN" altLang="en-US" sz="1600" dirty="0">
              <a:solidFill>
                <a:srgbClr val="266196"/>
              </a:solidFill>
              <a:cs typeface="+mn-ea"/>
              <a:sym typeface="+mn-lt"/>
            </a:endParaRPr>
          </a:p>
        </p:txBody>
      </p:sp>
      <p:sp>
        <p:nvSpPr>
          <p:cNvPr id="30" name="矩形 29"/>
          <p:cNvSpPr/>
          <p:nvPr/>
        </p:nvSpPr>
        <p:spPr>
          <a:xfrm>
            <a:off x="5200015" y="1689735"/>
            <a:ext cx="6456680" cy="1343025"/>
          </a:xfrm>
          <a:prstGeom prst="rect">
            <a:avLst/>
          </a:prstGeom>
          <a:solidFill>
            <a:schemeClr val="bg1">
              <a:alpha val="0"/>
            </a:schemeClr>
          </a:solidFill>
          <a:ln>
            <a:solidFill>
              <a:srgbClr val="26619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266196"/>
              </a:solidFill>
            </a:endParaRPr>
          </a:p>
        </p:txBody>
      </p:sp>
      <p:sp>
        <p:nvSpPr>
          <p:cNvPr id="31" name="矩形 3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5242560" y="1689735"/>
            <a:ext cx="6414770" cy="398780"/>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lvl="0" algn="ctr"/>
            <a:r>
              <a:rPr lang="zh-CN" altLang="en-US" sz="2000" b="1" dirty="0">
                <a:solidFill>
                  <a:srgbClr val="266196"/>
                </a:solidFill>
                <a:latin typeface="华文细黑" panose="02010600040101010101" pitchFamily="2" charset="-122"/>
                <a:ea typeface="华文细黑" panose="02010600040101010101" pitchFamily="2" charset="-122"/>
              </a:rPr>
              <a:t>混合渲染管线</a:t>
            </a:r>
            <a:endParaRPr lang="zh-CN" altLang="en-US" sz="2000" b="1" dirty="0">
              <a:solidFill>
                <a:srgbClr val="266196"/>
              </a:solidFill>
              <a:latin typeface="华文细黑" panose="02010600040101010101" pitchFamily="2" charset="-122"/>
              <a:ea typeface="华文细黑" panose="02010600040101010101" pitchFamily="2" charset="-122"/>
            </a:endParaRPr>
          </a:p>
        </p:txBody>
      </p:sp>
      <p:sp>
        <p:nvSpPr>
          <p:cNvPr id="32" name="矩形 31" descr="e7d195523061f1c09e9d68d7cf438b91ef959ecb14fc25d26BBA7F7DBC18E55DFF4014AF651F0BF2569D4B6C1DA7F1A4683A481403BD872FC687266AD13265C1DE7C373772FD8728ABDD69ADD03BFF5BE2862BC891DBB79E10DB513E374AE534FA998B5905FE5628651D9625737F40972089C532E5406DDB64F9FF52DCC7F4E0E52573EB41B30AC074A5450FD255FE64"/>
          <p:cNvSpPr/>
          <p:nvPr/>
        </p:nvSpPr>
        <p:spPr>
          <a:xfrm>
            <a:off x="5221605" y="2051685"/>
            <a:ext cx="6414135" cy="829945"/>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lnSpc>
                <a:spcPct val="150000"/>
              </a:lnSpc>
              <a:buClr>
                <a:srgbClr val="E7E6E6">
                  <a:lumMod val="10000"/>
                </a:srgbClr>
              </a:buClr>
              <a:buSzTx/>
              <a:buFontTx/>
            </a:pPr>
            <a:r>
              <a:rPr lang="zh-CN" altLang="en-US" sz="1600" dirty="0">
                <a:solidFill>
                  <a:srgbClr val="266196"/>
                </a:solidFill>
                <a:cs typeface="+mn-ea"/>
                <a:sym typeface="+mn-lt"/>
              </a:rPr>
              <a:t>充分利用光栅化、计算着色器和光线追踪各自的优势，针对渲染管线中的不同阶段择优使用不同的技术。</a:t>
            </a:r>
            <a:endParaRPr lang="zh-CN" altLang="en-US" sz="1600" dirty="0">
              <a:solidFill>
                <a:srgbClr val="266196"/>
              </a:solidFill>
              <a:cs typeface="+mn-ea"/>
              <a:sym typeface="+mn-lt"/>
            </a:endParaRPr>
          </a:p>
        </p:txBody>
      </p:sp>
      <p:sp>
        <p:nvSpPr>
          <p:cNvPr id="103" name="文本框 102"/>
          <p:cNvSpPr txBox="1"/>
          <p:nvPr/>
        </p:nvSpPr>
        <p:spPr>
          <a:xfrm>
            <a:off x="772795" y="5208905"/>
            <a:ext cx="3782695" cy="414020"/>
          </a:xfrm>
          <a:prstGeom prst="rect">
            <a:avLst/>
          </a:prstGeom>
          <a:noFill/>
          <a:ln w="9525">
            <a:noFill/>
          </a:ln>
        </p:spPr>
        <p:txBody>
          <a:bodyPr wrap="square">
            <a:spAutoFit/>
          </a:bodyPr>
          <a:p>
            <a:pPr algn="ctr" defTabSz="685800">
              <a:lnSpc>
                <a:spcPct val="150000"/>
              </a:lnSpc>
              <a:buClr>
                <a:srgbClr val="E7E6E6">
                  <a:lumMod val="10000"/>
                </a:srgbClr>
              </a:buClr>
              <a:buSzTx/>
              <a:buFontTx/>
            </a:pPr>
            <a:r>
              <a:rPr lang="zh-CN" altLang="en-US" sz="1400" b="0" dirty="0">
                <a:solidFill>
                  <a:srgbClr val="266196"/>
                </a:solidFill>
                <a:cs typeface="+mn-ea"/>
              </a:rPr>
              <a:t> 《星球大战》实时渲染</a:t>
            </a:r>
            <a:r>
              <a:rPr lang="zh-CN" altLang="en-US" sz="1400" b="0" dirty="0">
                <a:solidFill>
                  <a:srgbClr val="266196"/>
                </a:solidFill>
                <a:cs typeface="+mn-ea"/>
              </a:rPr>
              <a:t>结果</a:t>
            </a:r>
            <a:endParaRPr lang="zh-CN" altLang="en-US" sz="1400" b="0" dirty="0">
              <a:solidFill>
                <a:srgbClr val="266196"/>
              </a:solidFill>
              <a:cs typeface="+mn-ea"/>
            </a:endParaRPr>
          </a:p>
        </p:txBody>
      </p:sp>
      <p:grpSp>
        <p:nvGrpSpPr>
          <p:cNvPr id="13" name="组合 12"/>
          <p:cNvGrpSpPr/>
          <p:nvPr/>
        </p:nvGrpSpPr>
        <p:grpSpPr>
          <a:xfrm>
            <a:off x="0" y="206375"/>
            <a:ext cx="7390765" cy="391795"/>
            <a:chOff x="3687" y="311"/>
            <a:chExt cx="11639" cy="617"/>
          </a:xfrm>
        </p:grpSpPr>
        <p:sp>
          <p:nvSpPr>
            <p:cNvPr id="3" name="文本框 2"/>
            <p:cNvSpPr txBox="1"/>
            <p:nvPr/>
          </p:nvSpPr>
          <p:spPr>
            <a:xfrm>
              <a:off x="3687" y="321"/>
              <a:ext cx="2464" cy="580"/>
            </a:xfrm>
            <a:prstGeom prst="rect">
              <a:avLst/>
            </a:prstGeom>
            <a:noFill/>
          </p:spPr>
          <p:txBody>
            <a:bodyPr wrap="square" rtlCol="0">
              <a:spAutoFit/>
            </a:bodyPr>
            <a:p>
              <a:pPr algn="ct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7" name="文本框 6"/>
            <p:cNvSpPr txBox="1"/>
            <p:nvPr/>
          </p:nvSpPr>
          <p:spPr>
            <a:xfrm>
              <a:off x="6215" y="321"/>
              <a:ext cx="1801" cy="580"/>
            </a:xfrm>
            <a:prstGeom prst="rect">
              <a:avLst/>
            </a:prstGeom>
            <a:noFill/>
          </p:spPr>
          <p:txBody>
            <a:bodyPr wrap="square" rtlCol="0">
              <a:spAutoFit/>
            </a:bodyPr>
            <a:p>
              <a:pPr algn="ctr"/>
              <a:r>
                <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8" name="文本框 7"/>
            <p:cNvSpPr txBox="1"/>
            <p:nvPr/>
          </p:nvSpPr>
          <p:spPr>
            <a:xfrm>
              <a:off x="8114" y="348"/>
              <a:ext cx="2250" cy="580"/>
            </a:xfrm>
            <a:prstGeom prst="rect">
              <a:avLst/>
            </a:prstGeom>
            <a:noFill/>
          </p:spPr>
          <p:txBody>
            <a:bodyPr wrap="square" rtlCol="0">
              <a:spAutoFit/>
            </a:bodyPr>
            <a:p>
              <a:pPr algn="ct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a:t>
              </a: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设计及实现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9" name="文本框 8"/>
            <p:cNvSpPr txBox="1"/>
            <p:nvPr/>
          </p:nvSpPr>
          <p:spPr>
            <a:xfrm>
              <a:off x="12977" y="311"/>
              <a:ext cx="2349" cy="58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11"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文本框 15"/>
            <p:cNvSpPr txBox="1"/>
            <p:nvPr/>
          </p:nvSpPr>
          <p:spPr>
            <a:xfrm>
              <a:off x="10532" y="321"/>
              <a:ext cx="2300" cy="580"/>
            </a:xfrm>
            <a:prstGeom prst="rect">
              <a:avLst/>
            </a:prstGeom>
            <a:noFill/>
          </p:spPr>
          <p:txBody>
            <a:bodyPr wrap="square" rtlCol="0">
              <a:spAutoFit/>
            </a:bodyPr>
            <a:p>
              <a:pPr algn="ct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17"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43456" y="21775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Google Shape;680;p49"/>
          <p:cNvSpPr/>
          <p:nvPr/>
        </p:nvSpPr>
        <p:spPr>
          <a:xfrm>
            <a:off x="482500" y="2569882"/>
            <a:ext cx="275439" cy="275439"/>
          </a:xfrm>
          <a:prstGeom prst="rect">
            <a:avLst/>
          </a:prstGeom>
          <a:solidFill>
            <a:srgbClr val="266196"/>
          </a:solidFill>
          <a:ln>
            <a:noFill/>
          </a:ln>
        </p:spPr>
        <p:txBody>
          <a:bodyPr spcFirstLastPara="1" wrap="square" lIns="91425" tIns="91425" rIns="91425" bIns="91425"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rtl="0">
              <a:spcBef>
                <a:spcPts val="0"/>
              </a:spcBef>
              <a:spcAft>
                <a:spcPts val="0"/>
              </a:spcAft>
              <a:buNone/>
            </a:pPr>
            <a:endParaRPr>
              <a:solidFill>
                <a:srgbClr val="266196"/>
              </a:solidFill>
            </a:endParaRPr>
          </a:p>
        </p:txBody>
      </p:sp>
      <p:sp>
        <p:nvSpPr>
          <p:cNvPr id="34" name="Google Shape;681;p49"/>
          <p:cNvSpPr/>
          <p:nvPr/>
        </p:nvSpPr>
        <p:spPr>
          <a:xfrm>
            <a:off x="482500" y="3949172"/>
            <a:ext cx="275439" cy="275439"/>
          </a:xfrm>
          <a:prstGeom prst="rect">
            <a:avLst/>
          </a:prstGeom>
          <a:solidFill>
            <a:srgbClr val="266196">
              <a:alpha val="68000"/>
            </a:srgbClr>
          </a:solidFill>
          <a:ln>
            <a:noFill/>
          </a:ln>
        </p:spPr>
        <p:txBody>
          <a:bodyPr spcFirstLastPara="1" wrap="square" lIns="91425" tIns="91425" rIns="91425" bIns="91425"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rtl="0">
              <a:spcBef>
                <a:spcPts val="0"/>
              </a:spcBef>
              <a:spcAft>
                <a:spcPts val="0"/>
              </a:spcAft>
              <a:buNone/>
            </a:pPr>
            <a:endParaRPr>
              <a:solidFill>
                <a:srgbClr val="266196"/>
              </a:solidFill>
            </a:endParaRPr>
          </a:p>
        </p:txBody>
      </p:sp>
      <p:sp>
        <p:nvSpPr>
          <p:cNvPr id="35" name="Google Shape;682;p49"/>
          <p:cNvSpPr/>
          <p:nvPr/>
        </p:nvSpPr>
        <p:spPr>
          <a:xfrm>
            <a:off x="482500" y="5328462"/>
            <a:ext cx="275439" cy="275439"/>
          </a:xfrm>
          <a:prstGeom prst="rect">
            <a:avLst/>
          </a:prstGeom>
          <a:solidFill>
            <a:srgbClr val="00B050"/>
          </a:solidFill>
          <a:ln>
            <a:noFill/>
          </a:ln>
        </p:spPr>
        <p:txBody>
          <a:bodyPr spcFirstLastPara="1" wrap="square" lIns="91425" tIns="91425" rIns="91425" bIns="91425"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rtl="0">
              <a:spcBef>
                <a:spcPts val="0"/>
              </a:spcBef>
              <a:spcAft>
                <a:spcPts val="0"/>
              </a:spcAft>
              <a:buNone/>
            </a:pPr>
            <a:endParaRPr>
              <a:solidFill>
                <a:srgbClr val="266196"/>
              </a:solidFill>
            </a:endParaRPr>
          </a:p>
        </p:txBody>
      </p:sp>
      <p:sp>
        <p:nvSpPr>
          <p:cNvPr id="31" name="矩形 3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944880" y="2507615"/>
            <a:ext cx="2352040" cy="398780"/>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lvl="0" algn="l"/>
            <a:r>
              <a:rPr lang="zh-CN" altLang="en-US" sz="2000" b="1" dirty="0">
                <a:solidFill>
                  <a:srgbClr val="266196"/>
                </a:solidFill>
                <a:latin typeface="华文细黑" panose="02010600040101010101" pitchFamily="2" charset="-122"/>
                <a:ea typeface="华文细黑" panose="02010600040101010101" pitchFamily="2" charset="-122"/>
              </a:rPr>
              <a:t>离线</a:t>
            </a:r>
            <a:r>
              <a:rPr lang="zh-CN" altLang="en-US" sz="2000" b="1" dirty="0">
                <a:solidFill>
                  <a:srgbClr val="266196"/>
                </a:solidFill>
                <a:latin typeface="华文细黑" panose="02010600040101010101" pitchFamily="2" charset="-122"/>
                <a:ea typeface="华文细黑" panose="02010600040101010101" pitchFamily="2" charset="-122"/>
              </a:rPr>
              <a:t>光线追踪</a:t>
            </a:r>
            <a:endParaRPr lang="zh-CN" altLang="en-US" sz="2000" b="1" dirty="0">
              <a:solidFill>
                <a:srgbClr val="266196"/>
              </a:solidFill>
              <a:latin typeface="华文细黑" panose="02010600040101010101" pitchFamily="2" charset="-122"/>
              <a:ea typeface="华文细黑" panose="02010600040101010101" pitchFamily="2" charset="-122"/>
            </a:endParaRPr>
          </a:p>
        </p:txBody>
      </p:sp>
      <p:sp>
        <p:nvSpPr>
          <p:cNvPr id="32" name="矩形 31" descr="e7d195523061f1c09e9d68d7cf438b91ef959ecb14fc25d26BBA7F7DBC18E55DFF4014AF651F0BF2569D4B6C1DA7F1A4683A481403BD872FC687266AD13265C1DE7C373772FD8728ABDD69ADD03BFF5BE2862BC891DBB79E10DB513E374AE534FA998B5905FE5628651D9625737F40972089C532E5406DDB64F9FF52DCC7F4E0E52573EB41B30AC074A5450FD255FE64"/>
          <p:cNvSpPr/>
          <p:nvPr/>
        </p:nvSpPr>
        <p:spPr>
          <a:xfrm>
            <a:off x="2712085" y="2446020"/>
            <a:ext cx="5002530" cy="460375"/>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lnSpc>
                <a:spcPct val="150000"/>
              </a:lnSpc>
              <a:buClr>
                <a:srgbClr val="E7E6E6">
                  <a:lumMod val="10000"/>
                </a:srgbClr>
              </a:buClr>
              <a:buSzTx/>
              <a:buFontTx/>
            </a:pPr>
            <a:r>
              <a:rPr lang="zh-CN" altLang="en-US" sz="1600" dirty="0">
                <a:solidFill>
                  <a:srgbClr val="266196"/>
                </a:solidFill>
                <a:cs typeface="+mn-ea"/>
                <a:sym typeface="+mn-lt"/>
              </a:rPr>
              <a:t>计算复杂度过高，并不适用于实时图形应用。</a:t>
            </a:r>
            <a:endParaRPr lang="zh-CN" altLang="en-US" sz="1600" dirty="0">
              <a:solidFill>
                <a:srgbClr val="266196"/>
              </a:solidFill>
              <a:cs typeface="+mn-ea"/>
              <a:sym typeface="+mn-lt"/>
            </a:endParaRPr>
          </a:p>
        </p:txBody>
      </p:sp>
      <p:sp>
        <p:nvSpPr>
          <p:cNvPr id="7" name="矩形 6"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944880" y="3887470"/>
            <a:ext cx="2352040" cy="398780"/>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lvl="0" algn="l"/>
            <a:r>
              <a:rPr lang="zh-CN" altLang="en-US" sz="2000" b="1" dirty="0">
                <a:solidFill>
                  <a:srgbClr val="266196"/>
                </a:solidFill>
                <a:latin typeface="华文细黑" panose="02010600040101010101" pitchFamily="2" charset="-122"/>
                <a:ea typeface="华文细黑" panose="02010600040101010101" pitchFamily="2" charset="-122"/>
              </a:rPr>
              <a:t>硬件</a:t>
            </a:r>
            <a:r>
              <a:rPr lang="zh-CN" altLang="en-US" sz="2000" b="1" dirty="0">
                <a:solidFill>
                  <a:srgbClr val="266196"/>
                </a:solidFill>
                <a:latin typeface="华文细黑" panose="02010600040101010101" pitchFamily="2" charset="-122"/>
                <a:ea typeface="华文细黑" panose="02010600040101010101" pitchFamily="2" charset="-122"/>
              </a:rPr>
              <a:t>光线追踪</a:t>
            </a:r>
            <a:endParaRPr lang="zh-CN" altLang="en-US" sz="2000" b="1" dirty="0">
              <a:solidFill>
                <a:srgbClr val="266196"/>
              </a:solidFill>
              <a:latin typeface="华文细黑" panose="02010600040101010101" pitchFamily="2" charset="-122"/>
              <a:ea typeface="华文细黑" panose="02010600040101010101" pitchFamily="2" charset="-122"/>
            </a:endParaRPr>
          </a:p>
        </p:txBody>
      </p:sp>
      <p:sp>
        <p:nvSpPr>
          <p:cNvPr id="8" name="矩形 7" descr="e7d195523061f1c09e9d68d7cf438b91ef959ecb14fc25d26BBA7F7DBC18E55DFF4014AF651F0BF2569D4B6C1DA7F1A4683A481403BD872FC687266AD13265C1DE7C373772FD8728ABDD69ADD03BFF5BE2862BC891DBB79E10DB513E374AE534FA998B5905FE5628651D9625737F40972089C532E5406DDB64F9FF52DCC7F4E0E52573EB41B30AC074A5450FD255FE64"/>
          <p:cNvSpPr/>
          <p:nvPr/>
        </p:nvSpPr>
        <p:spPr>
          <a:xfrm>
            <a:off x="2712085" y="3641090"/>
            <a:ext cx="5255895" cy="829945"/>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lnSpc>
                <a:spcPct val="150000"/>
              </a:lnSpc>
              <a:buClr>
                <a:srgbClr val="E7E6E6">
                  <a:lumMod val="10000"/>
                </a:srgbClr>
              </a:buClr>
              <a:buSzTx/>
              <a:buFontTx/>
            </a:pPr>
            <a:r>
              <a:rPr lang="zh-CN" altLang="en-US" sz="1600" dirty="0">
                <a:solidFill>
                  <a:srgbClr val="266196"/>
                </a:solidFill>
                <a:cs typeface="+mn-ea"/>
                <a:sym typeface="+mn-lt"/>
              </a:rPr>
              <a:t>依赖原生硬件支持，且对硬件性能要求较高，进一步提升了用户成本</a:t>
            </a:r>
            <a:endParaRPr lang="zh-CN" altLang="en-US" sz="1600" dirty="0">
              <a:solidFill>
                <a:srgbClr val="266196"/>
              </a:solidFill>
              <a:cs typeface="+mn-ea"/>
              <a:sym typeface="+mn-lt"/>
            </a:endParaRPr>
          </a:p>
        </p:txBody>
      </p:sp>
      <p:sp>
        <p:nvSpPr>
          <p:cNvPr id="9" name="矩形 8"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944880" y="5113020"/>
            <a:ext cx="2352040" cy="706755"/>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lvl="0" algn="l"/>
            <a:r>
              <a:rPr lang="zh-CN" altLang="en-US" sz="2000" b="1" dirty="0">
                <a:solidFill>
                  <a:srgbClr val="266196"/>
                </a:solidFill>
                <a:latin typeface="华文细黑" panose="02010600040101010101" pitchFamily="2" charset="-122"/>
                <a:ea typeface="华文细黑" panose="02010600040101010101" pitchFamily="2" charset="-122"/>
              </a:rPr>
              <a:t>屏幕空间</a:t>
            </a:r>
            <a:endParaRPr lang="zh-CN" altLang="en-US" sz="2000" b="1" dirty="0">
              <a:solidFill>
                <a:srgbClr val="266196"/>
              </a:solidFill>
              <a:latin typeface="华文细黑" panose="02010600040101010101" pitchFamily="2" charset="-122"/>
              <a:ea typeface="华文细黑" panose="02010600040101010101" pitchFamily="2" charset="-122"/>
            </a:endParaRPr>
          </a:p>
          <a:p>
            <a:pPr lvl="0" algn="l"/>
            <a:r>
              <a:rPr lang="zh-CN" altLang="en-US" sz="2000" b="1" dirty="0">
                <a:solidFill>
                  <a:srgbClr val="266196"/>
                </a:solidFill>
                <a:latin typeface="华文细黑" panose="02010600040101010101" pitchFamily="2" charset="-122"/>
                <a:ea typeface="华文细黑" panose="02010600040101010101" pitchFamily="2" charset="-122"/>
              </a:rPr>
              <a:t>光线追踪</a:t>
            </a:r>
            <a:endParaRPr lang="zh-CN" altLang="en-US" sz="2000" b="1" dirty="0">
              <a:solidFill>
                <a:srgbClr val="266196"/>
              </a:solidFill>
              <a:latin typeface="华文细黑" panose="02010600040101010101" pitchFamily="2" charset="-122"/>
              <a:ea typeface="华文细黑" panose="02010600040101010101" pitchFamily="2" charset="-122"/>
            </a:endParaRPr>
          </a:p>
        </p:txBody>
      </p:sp>
      <p:sp>
        <p:nvSpPr>
          <p:cNvPr id="10" name="矩形 9" descr="e7d195523061f1c09e9d68d7cf438b91ef959ecb14fc25d26BBA7F7DBC18E55DFF4014AF651F0BF2569D4B6C1DA7F1A4683A481403BD872FC687266AD13265C1DE7C373772FD8728ABDD69ADD03BFF5BE2862BC891DBB79E10DB513E374AE534FA998B5905FE5628651D9625737F40972089C532E5406DDB64F9FF52DCC7F4E0E52573EB41B30AC074A5450FD255FE64"/>
          <p:cNvSpPr/>
          <p:nvPr/>
        </p:nvSpPr>
        <p:spPr>
          <a:xfrm>
            <a:off x="2712085" y="5050790"/>
            <a:ext cx="6414135" cy="829945"/>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lnSpc>
                <a:spcPct val="150000"/>
              </a:lnSpc>
              <a:buClr>
                <a:srgbClr val="E7E6E6">
                  <a:lumMod val="10000"/>
                </a:srgbClr>
              </a:buClr>
              <a:buSzTx/>
              <a:buFontTx/>
            </a:pPr>
            <a:r>
              <a:rPr lang="zh-CN" altLang="en-US" sz="1600" dirty="0">
                <a:solidFill>
                  <a:srgbClr val="266196"/>
                </a:solidFill>
                <a:cs typeface="+mn-ea"/>
                <a:sym typeface="+mn-lt"/>
              </a:rPr>
              <a:t>屏幕空间场景几何信息</a:t>
            </a:r>
            <a:r>
              <a:rPr lang="zh-CN" altLang="en-US" sz="1600" dirty="0">
                <a:solidFill>
                  <a:srgbClr val="266196"/>
                </a:solidFill>
                <a:cs typeface="+mn-ea"/>
                <a:sym typeface="+mn-lt"/>
              </a:rPr>
              <a:t>有限，计算复杂度</a:t>
            </a:r>
            <a:r>
              <a:rPr lang="zh-CN" altLang="en-US" sz="1600" dirty="0">
                <a:solidFill>
                  <a:srgbClr val="266196"/>
                </a:solidFill>
                <a:cs typeface="+mn-ea"/>
                <a:sym typeface="+mn-lt"/>
              </a:rPr>
              <a:t>较低，</a:t>
            </a:r>
            <a:endParaRPr lang="zh-CN" altLang="en-US" sz="1600" dirty="0">
              <a:solidFill>
                <a:srgbClr val="266196"/>
              </a:solidFill>
              <a:cs typeface="+mn-ea"/>
              <a:sym typeface="+mn-lt"/>
            </a:endParaRPr>
          </a:p>
          <a:p>
            <a:pPr algn="l">
              <a:lnSpc>
                <a:spcPct val="150000"/>
              </a:lnSpc>
              <a:buClr>
                <a:srgbClr val="E7E6E6">
                  <a:lumMod val="10000"/>
                </a:srgbClr>
              </a:buClr>
              <a:buSzTx/>
              <a:buFontTx/>
            </a:pPr>
            <a:r>
              <a:rPr lang="zh-CN" altLang="en-US" sz="1600" dirty="0">
                <a:solidFill>
                  <a:srgbClr val="266196"/>
                </a:solidFill>
                <a:cs typeface="+mn-ea"/>
                <a:sym typeface="+mn-lt"/>
              </a:rPr>
              <a:t>将光线追踪技术和屏幕空间算法的优势相结合。</a:t>
            </a:r>
            <a:endParaRPr lang="zh-CN" altLang="en-US" sz="1600" dirty="0">
              <a:solidFill>
                <a:srgbClr val="266196"/>
              </a:solidFill>
              <a:cs typeface="+mn-ea"/>
              <a:sym typeface="+mn-lt"/>
            </a:endParaRPr>
          </a:p>
        </p:txBody>
      </p:sp>
      <p:pic>
        <p:nvPicPr>
          <p:cNvPr id="102" name="图片 101"/>
          <p:cNvPicPr/>
          <p:nvPr/>
        </p:nvPicPr>
        <p:blipFill>
          <a:blip r:embed="rId1"/>
          <a:stretch>
            <a:fillRect/>
          </a:stretch>
        </p:blipFill>
        <p:spPr>
          <a:xfrm>
            <a:off x="7967980" y="2459355"/>
            <a:ext cx="4130040" cy="2418080"/>
          </a:xfrm>
          <a:prstGeom prst="rect">
            <a:avLst/>
          </a:prstGeom>
          <a:noFill/>
          <a:ln w="9525">
            <a:noFill/>
          </a:ln>
        </p:spPr>
      </p:pic>
      <p:sp>
        <p:nvSpPr>
          <p:cNvPr id="103" name="文本框 102"/>
          <p:cNvSpPr txBox="1"/>
          <p:nvPr/>
        </p:nvSpPr>
        <p:spPr>
          <a:xfrm>
            <a:off x="8206740" y="5050790"/>
            <a:ext cx="3782695" cy="414020"/>
          </a:xfrm>
          <a:prstGeom prst="rect">
            <a:avLst/>
          </a:prstGeom>
          <a:noFill/>
          <a:ln w="9525">
            <a:noFill/>
          </a:ln>
        </p:spPr>
        <p:txBody>
          <a:bodyPr wrap="square">
            <a:spAutoFit/>
          </a:bodyPr>
          <a:p>
            <a:pPr algn="ctr" defTabSz="685800">
              <a:lnSpc>
                <a:spcPct val="150000"/>
              </a:lnSpc>
              <a:buClr>
                <a:srgbClr val="E7E6E6">
                  <a:lumMod val="10000"/>
                </a:srgbClr>
              </a:buClr>
              <a:buSzTx/>
              <a:buFontTx/>
            </a:pPr>
            <a:r>
              <a:rPr lang="zh-CN" altLang="en-US" sz="1400" b="0" dirty="0">
                <a:solidFill>
                  <a:srgbClr val="266196"/>
                </a:solidFill>
                <a:cs typeface="+mn-ea"/>
              </a:rPr>
              <a:t>Steam显卡硬件调查（2022.3）</a:t>
            </a:r>
            <a:endParaRPr lang="zh-CN" altLang="en-US" sz="1400" b="0" dirty="0">
              <a:solidFill>
                <a:srgbClr val="266196"/>
              </a:solidFill>
              <a:cs typeface="+mn-ea"/>
            </a:endParaRPr>
          </a:p>
        </p:txBody>
      </p:sp>
      <p:sp>
        <p:nvSpPr>
          <p:cNvPr id="18" name="文本框 17"/>
          <p:cNvSpPr txBox="1"/>
          <p:nvPr/>
        </p:nvSpPr>
        <p:spPr>
          <a:xfrm>
            <a:off x="218471" y="724438"/>
            <a:ext cx="6377679" cy="584775"/>
          </a:xfrm>
          <a:prstGeom prst="rect">
            <a:avLst/>
          </a:prstGeom>
          <a:noFill/>
        </p:spPr>
        <p:txBody>
          <a:bodyPr wrap="square" rtlCol="0">
            <a:spAutoFit/>
          </a:bodyPr>
          <a:p>
            <a:r>
              <a:rPr lang="zh-CN" altLang="en-US" sz="3200" dirty="0">
                <a:solidFill>
                  <a:srgbClr val="266196"/>
                </a:solidFill>
                <a:latin typeface="思源黑体 CN Medium" panose="020B0600000000000000" pitchFamily="34" charset="-122"/>
                <a:ea typeface="思源黑体 CN Medium" panose="020B0600000000000000" pitchFamily="34" charset="-122"/>
              </a:rPr>
              <a:t>研究背景及意义</a:t>
            </a:r>
            <a:endParaRPr lang="zh-CN" altLang="en-US" sz="3200" dirty="0">
              <a:solidFill>
                <a:srgbClr val="266196"/>
              </a:solidFill>
              <a:latin typeface="思源黑体 CN Medium" panose="020B0600000000000000" pitchFamily="34" charset="-122"/>
              <a:ea typeface="思源黑体 CN Medium" panose="020B0600000000000000" pitchFamily="34" charset="-122"/>
            </a:endParaRPr>
          </a:p>
        </p:txBody>
      </p:sp>
      <p:grpSp>
        <p:nvGrpSpPr>
          <p:cNvPr id="19" name="组合 18"/>
          <p:cNvGrpSpPr/>
          <p:nvPr/>
        </p:nvGrpSpPr>
        <p:grpSpPr>
          <a:xfrm>
            <a:off x="0" y="206375"/>
            <a:ext cx="7390765" cy="391795"/>
            <a:chOff x="3687" y="311"/>
            <a:chExt cx="11639" cy="617"/>
          </a:xfrm>
        </p:grpSpPr>
        <p:sp>
          <p:nvSpPr>
            <p:cNvPr id="22" name="文本框 21"/>
            <p:cNvSpPr txBox="1"/>
            <p:nvPr/>
          </p:nvSpPr>
          <p:spPr>
            <a:xfrm>
              <a:off x="3687" y="321"/>
              <a:ext cx="2464" cy="580"/>
            </a:xfrm>
            <a:prstGeom prst="rect">
              <a:avLst/>
            </a:prstGeom>
            <a:noFill/>
          </p:spPr>
          <p:txBody>
            <a:bodyPr wrap="square" rtlCol="0">
              <a:spAutoFit/>
            </a:bodyPr>
            <a:p>
              <a:pPr algn="ct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3" name="文本框 22"/>
            <p:cNvSpPr txBox="1"/>
            <p:nvPr/>
          </p:nvSpPr>
          <p:spPr>
            <a:xfrm>
              <a:off x="6215" y="321"/>
              <a:ext cx="1801" cy="580"/>
            </a:xfrm>
            <a:prstGeom prst="rect">
              <a:avLst/>
            </a:prstGeom>
            <a:noFill/>
          </p:spPr>
          <p:txBody>
            <a:bodyPr wrap="square" rtlCol="0">
              <a:spAutoFit/>
            </a:bodyPr>
            <a:p>
              <a:pPr algn="ctr"/>
              <a:r>
                <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4" name="文本框 23"/>
            <p:cNvSpPr txBox="1"/>
            <p:nvPr/>
          </p:nvSpPr>
          <p:spPr>
            <a:xfrm>
              <a:off x="8114" y="348"/>
              <a:ext cx="2250" cy="580"/>
            </a:xfrm>
            <a:prstGeom prst="rect">
              <a:avLst/>
            </a:prstGeom>
            <a:noFill/>
          </p:spPr>
          <p:txBody>
            <a:bodyPr wrap="square" rtlCol="0">
              <a:spAutoFit/>
            </a:bodyPr>
            <a:p>
              <a:pPr algn="ct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a:t>
              </a: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设计及实现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5" name="文本框 24"/>
            <p:cNvSpPr txBox="1"/>
            <p:nvPr/>
          </p:nvSpPr>
          <p:spPr>
            <a:xfrm>
              <a:off x="12977" y="311"/>
              <a:ext cx="2349" cy="58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6"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文本框 28"/>
            <p:cNvSpPr txBox="1"/>
            <p:nvPr/>
          </p:nvSpPr>
          <p:spPr>
            <a:xfrm>
              <a:off x="10532" y="321"/>
              <a:ext cx="2300" cy="580"/>
            </a:xfrm>
            <a:prstGeom prst="rect">
              <a:avLst/>
            </a:prstGeom>
            <a:noFill/>
          </p:spPr>
          <p:txBody>
            <a:bodyPr wrap="square" rtlCol="0">
              <a:spAutoFit/>
            </a:bodyPr>
            <a:p>
              <a:pPr algn="ct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30"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a:off x="-1028700" y="2442500"/>
            <a:ext cx="14192250" cy="2354000"/>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396109" y="3048120"/>
            <a:ext cx="6377679" cy="1106805"/>
          </a:xfrm>
          <a:prstGeom prst="rect">
            <a:avLst/>
          </a:prstGeom>
          <a:noFill/>
        </p:spPr>
        <p:txBody>
          <a:bodyPr wrap="square" rtlCol="0">
            <a:spAutoFit/>
          </a:bodyPr>
          <a:lstStyle/>
          <a:p>
            <a:pPr algn="ctr"/>
            <a:r>
              <a:rPr lang="zh-CN" altLang="en-US" sz="6600" dirty="0">
                <a:solidFill>
                  <a:srgbClr val="225686"/>
                </a:solidFill>
                <a:latin typeface="思源黑体 CN Medium" panose="020B0600000000000000" pitchFamily="34" charset="-122"/>
                <a:ea typeface="思源黑体 CN Medium" panose="020B0600000000000000" pitchFamily="34" charset="-122"/>
              </a:rPr>
              <a:t>需求</a:t>
            </a:r>
            <a:r>
              <a:rPr lang="zh-CN" altLang="en-US" sz="6600" dirty="0">
                <a:solidFill>
                  <a:srgbClr val="225686"/>
                </a:solidFill>
                <a:latin typeface="思源黑体 CN Medium" panose="020B0600000000000000" pitchFamily="34" charset="-122"/>
                <a:ea typeface="思源黑体 CN Medium" panose="020B0600000000000000" pitchFamily="34" charset="-122"/>
              </a:rPr>
              <a:t>分析</a:t>
            </a:r>
            <a:endParaRPr lang="zh-CN" altLang="en-US" sz="6600" dirty="0">
              <a:solidFill>
                <a:srgbClr val="225686"/>
              </a:solidFill>
              <a:latin typeface="思源黑体 CN Medium" panose="020B0600000000000000" pitchFamily="34" charset="-122"/>
              <a:ea typeface="思源黑体 CN Medium" panose="020B0600000000000000" pitchFamily="34" charset="-122"/>
            </a:endParaRPr>
          </a:p>
        </p:txBody>
      </p:sp>
      <p:sp>
        <p:nvSpPr>
          <p:cNvPr id="8" name="文本框 7"/>
          <p:cNvSpPr txBox="1"/>
          <p:nvPr/>
        </p:nvSpPr>
        <p:spPr>
          <a:xfrm>
            <a:off x="2977515" y="4250055"/>
            <a:ext cx="7156450" cy="306705"/>
          </a:xfrm>
          <a:prstGeom prst="rect">
            <a:avLst/>
          </a:prstGeom>
          <a:noFill/>
        </p:spPr>
        <p:txBody>
          <a:bodyPr wrap="square" rtlCol="0">
            <a:spAutoFit/>
          </a:bodyPr>
          <a:lstStyle/>
          <a:p>
            <a:pPr algn="ctr"/>
            <a:r>
              <a:rPr lang="en-US" sz="1400" dirty="0">
                <a:solidFill>
                  <a:srgbClr val="225686"/>
                </a:solidFill>
              </a:rPr>
              <a:t>D</a:t>
            </a:r>
            <a:r>
              <a:rPr sz="1400" dirty="0">
                <a:solidFill>
                  <a:srgbClr val="225686"/>
                </a:solidFill>
              </a:rPr>
              <a:t>emand </a:t>
            </a:r>
            <a:r>
              <a:rPr lang="en-US" sz="1400" dirty="0">
                <a:solidFill>
                  <a:srgbClr val="225686"/>
                </a:solidFill>
              </a:rPr>
              <a:t>A</a:t>
            </a:r>
            <a:r>
              <a:rPr sz="1400" dirty="0">
                <a:solidFill>
                  <a:srgbClr val="225686"/>
                </a:solidFill>
              </a:rPr>
              <a:t>nalysis </a:t>
            </a:r>
            <a:endParaRPr sz="1400" dirty="0">
              <a:solidFill>
                <a:srgbClr val="225686"/>
              </a:solidFill>
            </a:endParaRPr>
          </a:p>
        </p:txBody>
      </p:sp>
      <p:cxnSp>
        <p:nvCxnSpPr>
          <p:cNvPr id="9" name="直接连接符 8"/>
          <p:cNvCxnSpPr/>
          <p:nvPr/>
        </p:nvCxnSpPr>
        <p:spPr>
          <a:xfrm>
            <a:off x="3075290" y="4156116"/>
            <a:ext cx="6887183" cy="0"/>
          </a:xfrm>
          <a:prstGeom prst="line">
            <a:avLst/>
          </a:prstGeom>
          <a:ln w="12700">
            <a:solidFill>
              <a:srgbClr val="225686"/>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966008" y="2955787"/>
            <a:ext cx="4027251" cy="1200329"/>
          </a:xfrm>
          <a:prstGeom prst="rect">
            <a:avLst/>
          </a:prstGeom>
          <a:noFill/>
        </p:spPr>
        <p:txBody>
          <a:bodyPr wrap="square" rtlCol="0">
            <a:spAutoFit/>
          </a:bodyPr>
          <a:lstStyle/>
          <a:p>
            <a:r>
              <a:rPr lang="en-US" altLang="zh-CN" sz="7200" dirty="0">
                <a:solidFill>
                  <a:srgbClr val="225686"/>
                </a:solidFill>
              </a:rPr>
              <a:t>02</a:t>
            </a:r>
            <a:endParaRPr lang="zh-CN" altLang="en-US" sz="7200" dirty="0">
              <a:solidFill>
                <a:srgbClr val="225686"/>
              </a:solidFill>
            </a:endParaRPr>
          </a:p>
        </p:txBody>
      </p:sp>
      <p:pic>
        <p:nvPicPr>
          <p:cNvPr id="2" name="图片 1" descr="C:\Users\MSI-PC\Desktop\校徽.png校徽"/>
          <p:cNvPicPr>
            <a:picLocks noChangeAspect="1"/>
          </p:cNvPicPr>
          <p:nvPr>
            <p:custDataLst>
              <p:tags r:id="rId1"/>
            </p:custDataLst>
          </p:nvPr>
        </p:nvPicPr>
        <p:blipFill>
          <a:blip r:embed="rId2"/>
          <a:srcRect/>
          <a:stretch>
            <a:fillRect/>
          </a:stretch>
        </p:blipFill>
        <p:spPr>
          <a:xfrm>
            <a:off x="5323088" y="697442"/>
            <a:ext cx="1545823" cy="1433830"/>
          </a:xfrm>
          <a:prstGeom prst="rect">
            <a:avLst/>
          </a:prstGeom>
          <a:effectLst>
            <a:outerShdw blurRad="50800" dist="50800" dir="600000" algn="ctr" rotWithShape="0">
              <a:srgbClr val="000000">
                <a:alpha val="43137"/>
              </a:srgbClr>
            </a:outerShdw>
          </a:effectLst>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43456" y="21775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526665" y="2924175"/>
            <a:ext cx="2045970" cy="460375"/>
          </a:xfrm>
          <a:prstGeom prst="rect">
            <a:avLst/>
          </a:prstGeom>
          <a:noFill/>
        </p:spPr>
        <p:txBody>
          <a:bodyPr wrap="square" rtlCol="0">
            <a:spAutoFit/>
          </a:bodyPr>
          <a:lstStyle/>
          <a:p>
            <a:pPr algn="ctr"/>
            <a:r>
              <a:rPr lang="zh-CN" altLang="en-US" sz="2400" dirty="0">
                <a:solidFill>
                  <a:schemeClr val="bg1"/>
                </a:solidFill>
                <a:latin typeface="思源黑体 CN Medium" panose="020B0600000000000000" pitchFamily="34" charset="-122"/>
                <a:ea typeface="思源黑体 CN Medium" panose="020B0600000000000000" pitchFamily="34" charset="-122"/>
              </a:rPr>
              <a:t>纹理资源</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sp>
        <p:nvSpPr>
          <p:cNvPr id="14" name="矩形 13"/>
          <p:cNvSpPr/>
          <p:nvPr/>
        </p:nvSpPr>
        <p:spPr>
          <a:xfrm flipH="1">
            <a:off x="2487295" y="3590925"/>
            <a:ext cx="2085340" cy="215582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lvl="0" eaLnBrk="1" hangingPunct="1">
              <a:lnSpc>
                <a:spcPct val="120000"/>
              </a:lnSpc>
              <a:spcBef>
                <a:spcPct val="0"/>
              </a:spcBef>
              <a:buFont typeface="Wingdings" panose="05000000000000000000" charset="0"/>
              <a:buChar char="Ø"/>
            </a:pPr>
            <a:r>
              <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rPr>
              <a:t>G Buffer</a:t>
            </a:r>
            <a:endPar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rPr>
              <a:t>Scene </a:t>
            </a:r>
            <a:r>
              <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rPr>
              <a:t>Color</a:t>
            </a:r>
            <a:endPar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rPr>
              <a:t>更新策略：在相机分辨率发生改变的时候更新</a:t>
            </a:r>
            <a:endPar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a:p>
            <a:pPr marL="0" lvl="0" indent="0" eaLnBrk="1" hangingPunct="1">
              <a:lnSpc>
                <a:spcPct val="120000"/>
              </a:lnSpc>
              <a:spcBef>
                <a:spcPct val="0"/>
              </a:spcBef>
              <a:buFont typeface="Wingdings" panose="05000000000000000000" charset="0"/>
              <a:buNone/>
            </a:pPr>
            <a:endPar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p:txBody>
      </p:sp>
      <p:grpSp>
        <p:nvGrpSpPr>
          <p:cNvPr id="2" name="组合 1"/>
          <p:cNvGrpSpPr/>
          <p:nvPr/>
        </p:nvGrpSpPr>
        <p:grpSpPr>
          <a:xfrm>
            <a:off x="1113970" y="2379839"/>
            <a:ext cx="9963987" cy="3068461"/>
            <a:chOff x="2472544" y="2433901"/>
            <a:chExt cx="7704042" cy="2288886"/>
          </a:xfrm>
        </p:grpSpPr>
        <p:sp>
          <p:nvSpPr>
            <p:cNvPr id="4" name="Google Shape;1008;p55"/>
            <p:cNvSpPr txBox="1"/>
            <p:nvPr/>
          </p:nvSpPr>
          <p:spPr>
            <a:xfrm>
              <a:off x="2472600" y="2691585"/>
              <a:ext cx="2396700" cy="5232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0"/>
                </a:spcBef>
                <a:spcAft>
                  <a:spcPts val="1600"/>
                </a:spcAft>
                <a:buFont typeface="Arial" panose="020B0604020202020204" pitchFamily="34" charset="0"/>
                <a:buNone/>
              </a:pPr>
              <a:r>
                <a:rPr lang="zh-CN" altLang="en-US" sz="2400" dirty="0">
                  <a:solidFill>
                    <a:srgbClr val="266196"/>
                  </a:solidFill>
                  <a:latin typeface="思源黑体 CN Medium" panose="020B0600000000000000" pitchFamily="34" charset="-122"/>
                  <a:ea typeface="思源黑体 CN Medium" panose="020B0600000000000000" pitchFamily="34" charset="-122"/>
                </a:rPr>
                <a:t>实时全局</a:t>
              </a:r>
              <a:r>
                <a:rPr lang="zh-CN" altLang="en-US" sz="2400" dirty="0">
                  <a:solidFill>
                    <a:srgbClr val="266196"/>
                  </a:solidFill>
                  <a:latin typeface="思源黑体 CN Medium" panose="020B0600000000000000" pitchFamily="34" charset="-122"/>
                  <a:ea typeface="思源黑体 CN Medium" panose="020B0600000000000000" pitchFamily="34" charset="-122"/>
                </a:rPr>
                <a:t>光照</a:t>
              </a:r>
              <a:endParaRPr lang="zh-CN" altLang="en-US" sz="2400" dirty="0">
                <a:solidFill>
                  <a:srgbClr val="266196"/>
                </a:solidFill>
                <a:latin typeface="思源黑体 CN Medium" panose="020B0600000000000000" pitchFamily="34" charset="-122"/>
                <a:ea typeface="思源黑体 CN Medium" panose="020B0600000000000000" pitchFamily="34" charset="-122"/>
              </a:endParaRPr>
            </a:p>
          </p:txBody>
        </p:sp>
        <p:sp>
          <p:nvSpPr>
            <p:cNvPr id="6" name="Google Shape;1009;p55"/>
            <p:cNvSpPr txBox="1"/>
            <p:nvPr/>
          </p:nvSpPr>
          <p:spPr>
            <a:xfrm>
              <a:off x="7779886" y="2646112"/>
              <a:ext cx="2396700" cy="5232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600"/>
                </a:spcAft>
                <a:buFont typeface="Arial" panose="020B0604020202020204" pitchFamily="34" charset="0"/>
                <a:buNone/>
              </a:pPr>
              <a:r>
                <a:rPr lang="zh-CN" altLang="en-US" sz="2400" dirty="0">
                  <a:solidFill>
                    <a:srgbClr val="266196"/>
                  </a:solidFill>
                  <a:latin typeface="思源黑体 CN Medium" panose="020B0600000000000000" pitchFamily="34" charset="-122"/>
                  <a:ea typeface="思源黑体 CN Medium" panose="020B0600000000000000" pitchFamily="34" charset="-122"/>
                </a:rPr>
                <a:t>自定义渲染</a:t>
              </a:r>
              <a:r>
                <a:rPr lang="zh-CN" altLang="en-US" sz="2400" dirty="0">
                  <a:solidFill>
                    <a:srgbClr val="266196"/>
                  </a:solidFill>
                  <a:latin typeface="思源黑体 CN Medium" panose="020B0600000000000000" pitchFamily="34" charset="-122"/>
                  <a:ea typeface="思源黑体 CN Medium" panose="020B0600000000000000" pitchFamily="34" charset="-122"/>
                </a:rPr>
                <a:t>质量</a:t>
              </a:r>
              <a:endParaRPr lang="zh-CN" altLang="en-US" sz="2400" dirty="0">
                <a:solidFill>
                  <a:srgbClr val="266196"/>
                </a:solidFill>
                <a:latin typeface="思源黑体 CN Medium" panose="020B0600000000000000" pitchFamily="34" charset="-122"/>
                <a:ea typeface="思源黑体 CN Medium" panose="020B0600000000000000" pitchFamily="34" charset="-122"/>
              </a:endParaRPr>
            </a:p>
          </p:txBody>
        </p:sp>
        <p:sp>
          <p:nvSpPr>
            <p:cNvPr id="7" name="Google Shape;1012;p55"/>
            <p:cNvSpPr txBox="1"/>
            <p:nvPr/>
          </p:nvSpPr>
          <p:spPr>
            <a:xfrm>
              <a:off x="2472544" y="4088209"/>
              <a:ext cx="2396700" cy="5232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0"/>
                </a:spcBef>
                <a:spcAft>
                  <a:spcPts val="1600"/>
                </a:spcAft>
                <a:buNone/>
              </a:pPr>
              <a:r>
                <a:rPr lang="zh-CN" altLang="en-US" sz="2400" dirty="0">
                  <a:solidFill>
                    <a:srgbClr val="266196"/>
                  </a:solidFill>
                  <a:latin typeface="思源黑体 CN Medium" panose="020B0600000000000000" pitchFamily="34" charset="-122"/>
                  <a:ea typeface="思源黑体 CN Medium" panose="020B0600000000000000" pitchFamily="34" charset="-122"/>
                </a:rPr>
                <a:t>兼容性</a:t>
              </a:r>
              <a:endParaRPr lang="zh-CN" altLang="en-US" sz="2400" dirty="0">
                <a:solidFill>
                  <a:srgbClr val="266196"/>
                </a:solidFill>
                <a:latin typeface="思源黑体 CN Medium" panose="020B0600000000000000" pitchFamily="34" charset="-122"/>
                <a:ea typeface="思源黑体 CN Medium" panose="020B0600000000000000" pitchFamily="34" charset="-122"/>
              </a:endParaRPr>
            </a:p>
          </p:txBody>
        </p:sp>
        <p:sp>
          <p:nvSpPr>
            <p:cNvPr id="8" name="Google Shape;1013;p55"/>
            <p:cNvSpPr txBox="1"/>
            <p:nvPr/>
          </p:nvSpPr>
          <p:spPr>
            <a:xfrm>
              <a:off x="7779886" y="4063787"/>
              <a:ext cx="2396700" cy="5232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600"/>
                </a:spcAft>
                <a:buFont typeface="Arial" panose="020B0604020202020204" pitchFamily="34" charset="0"/>
                <a:buNone/>
              </a:pPr>
              <a:r>
                <a:rPr lang="zh-CN" altLang="en-US" sz="2400" dirty="0">
                  <a:solidFill>
                    <a:srgbClr val="266196"/>
                  </a:solidFill>
                  <a:latin typeface="思源黑体 CN Medium" panose="020B0600000000000000" pitchFamily="34" charset="-122"/>
                  <a:ea typeface="思源黑体 CN Medium" panose="020B0600000000000000" pitchFamily="34" charset="-122"/>
                </a:rPr>
                <a:t>性能</a:t>
              </a:r>
              <a:r>
                <a:rPr lang="zh-CN" altLang="en-US" sz="2400" dirty="0">
                  <a:solidFill>
                    <a:srgbClr val="266196"/>
                  </a:solidFill>
                  <a:latin typeface="思源黑体 CN Medium" panose="020B0600000000000000" pitchFamily="34" charset="-122"/>
                  <a:ea typeface="思源黑体 CN Medium" panose="020B0600000000000000" pitchFamily="34" charset="-122"/>
                </a:rPr>
                <a:t>需求</a:t>
              </a:r>
              <a:endParaRPr lang="zh-CN" altLang="en-US" sz="2400" dirty="0">
                <a:solidFill>
                  <a:srgbClr val="266196"/>
                </a:solidFill>
                <a:latin typeface="思源黑体 CN Medium" panose="020B0600000000000000" pitchFamily="34" charset="-122"/>
                <a:ea typeface="思源黑体 CN Medium" panose="020B0600000000000000" pitchFamily="34" charset="-122"/>
              </a:endParaRPr>
            </a:p>
          </p:txBody>
        </p:sp>
        <p:grpSp>
          <p:nvGrpSpPr>
            <p:cNvPr id="9" name="Google Shape;1016;p55"/>
            <p:cNvGrpSpPr/>
            <p:nvPr/>
          </p:nvGrpSpPr>
          <p:grpSpPr>
            <a:xfrm>
              <a:off x="5065423" y="2433901"/>
              <a:ext cx="2518398" cy="2288886"/>
              <a:chOff x="267375" y="1071875"/>
              <a:chExt cx="470500" cy="428550"/>
            </a:xfrm>
          </p:grpSpPr>
          <p:sp>
            <p:nvSpPr>
              <p:cNvPr id="58" name="Google Shape;1017;p55"/>
              <p:cNvSpPr/>
              <p:nvPr/>
            </p:nvSpPr>
            <p:spPr>
              <a:xfrm>
                <a:off x="288350" y="1290825"/>
                <a:ext cx="209600" cy="209600"/>
              </a:xfrm>
              <a:custGeom>
                <a:avLst/>
                <a:gdLst/>
                <a:ahLst/>
                <a:cxnLst/>
                <a:rect l="l" t="t" r="r" b="b"/>
                <a:pathLst>
                  <a:path w="8384" h="8384" extrusionOk="0">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2661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59" name="Google Shape;1018;p55"/>
              <p:cNvSpPr/>
              <p:nvPr/>
            </p:nvSpPr>
            <p:spPr>
              <a:xfrm>
                <a:off x="267375" y="1377050"/>
                <a:ext cx="79225" cy="79200"/>
              </a:xfrm>
              <a:custGeom>
                <a:avLst/>
                <a:gdLst/>
                <a:ahLst/>
                <a:cxnLst/>
                <a:rect l="l" t="t" r="r" b="b"/>
                <a:pathLst>
                  <a:path w="3169" h="3168" extrusionOk="0">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noFill/>
              <a:ln w="19050" cap="flat" cmpd="sng">
                <a:solidFill>
                  <a:srgbClr val="2661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60" name="Google Shape;1019;p55"/>
              <p:cNvSpPr/>
              <p:nvPr/>
            </p:nvSpPr>
            <p:spPr>
              <a:xfrm>
                <a:off x="507325" y="1290825"/>
                <a:ext cx="209600" cy="209600"/>
              </a:xfrm>
              <a:custGeom>
                <a:avLst/>
                <a:gdLst/>
                <a:ahLst/>
                <a:cxnLst/>
                <a:rect l="l" t="t" r="r" b="b"/>
                <a:pathLst>
                  <a:path w="8384" h="8384" extrusionOk="0">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2661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61" name="Google Shape;1020;p55"/>
              <p:cNvSpPr/>
              <p:nvPr/>
            </p:nvSpPr>
            <p:spPr>
              <a:xfrm>
                <a:off x="658700" y="1377050"/>
                <a:ext cx="79175" cy="79200"/>
              </a:xfrm>
              <a:custGeom>
                <a:avLst/>
                <a:gdLst/>
                <a:ahLst/>
                <a:cxnLst/>
                <a:rect l="l" t="t" r="r" b="b"/>
                <a:pathLst>
                  <a:path w="3167" h="3168" extrusionOk="0">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noFill/>
              <a:ln w="19050" cap="flat" cmpd="sng">
                <a:solidFill>
                  <a:srgbClr val="2661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62" name="Google Shape;1021;p55"/>
              <p:cNvSpPr/>
              <p:nvPr/>
            </p:nvSpPr>
            <p:spPr>
              <a:xfrm>
                <a:off x="507325" y="1071875"/>
                <a:ext cx="209575" cy="209600"/>
              </a:xfrm>
              <a:custGeom>
                <a:avLst/>
                <a:gdLst/>
                <a:ahLst/>
                <a:cxnLst/>
                <a:rect l="l" t="t" r="r" b="b"/>
                <a:pathLst>
                  <a:path w="8383" h="8384" extrusionOk="0">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2661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63" name="Google Shape;1022;p55"/>
              <p:cNvSpPr/>
              <p:nvPr/>
            </p:nvSpPr>
            <p:spPr>
              <a:xfrm>
                <a:off x="658700" y="1116025"/>
                <a:ext cx="79175" cy="79175"/>
              </a:xfrm>
              <a:custGeom>
                <a:avLst/>
                <a:gdLst/>
                <a:ahLst/>
                <a:cxnLst/>
                <a:rect l="l" t="t" r="r" b="b"/>
                <a:pathLst>
                  <a:path w="3167" h="3167" extrusionOk="0">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noFill/>
              <a:ln w="19050" cap="flat" cmpd="sng">
                <a:solidFill>
                  <a:srgbClr val="2661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266196"/>
                  </a:solidFill>
                </a:endParaRPr>
              </a:p>
            </p:txBody>
          </p:sp>
          <p:sp>
            <p:nvSpPr>
              <p:cNvPr id="64" name="Google Shape;1023;p55"/>
              <p:cNvSpPr/>
              <p:nvPr/>
            </p:nvSpPr>
            <p:spPr>
              <a:xfrm>
                <a:off x="288350" y="1071875"/>
                <a:ext cx="209600" cy="209550"/>
              </a:xfrm>
              <a:custGeom>
                <a:avLst/>
                <a:gdLst/>
                <a:ahLst/>
                <a:cxnLst/>
                <a:rect l="l" t="t" r="r" b="b"/>
                <a:pathLst>
                  <a:path w="8384" h="8382" extrusionOk="0">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2661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65" name="Google Shape;1024;p55"/>
              <p:cNvSpPr/>
              <p:nvPr/>
            </p:nvSpPr>
            <p:spPr>
              <a:xfrm>
                <a:off x="267375" y="1116025"/>
                <a:ext cx="79225" cy="79175"/>
              </a:xfrm>
              <a:custGeom>
                <a:avLst/>
                <a:gdLst/>
                <a:ahLst/>
                <a:cxnLst/>
                <a:rect l="l" t="t" r="r" b="b"/>
                <a:pathLst>
                  <a:path w="3169" h="3167" extrusionOk="0">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noFill/>
              <a:ln w="19050" cap="flat" cmpd="sng">
                <a:solidFill>
                  <a:srgbClr val="2661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266196"/>
                  </a:solidFill>
                </a:endParaRPr>
              </a:p>
            </p:txBody>
          </p:sp>
        </p:grpSp>
        <p:grpSp>
          <p:nvGrpSpPr>
            <p:cNvPr id="27" name="Google Shape;1025;p55"/>
            <p:cNvGrpSpPr/>
            <p:nvPr/>
          </p:nvGrpSpPr>
          <p:grpSpPr>
            <a:xfrm>
              <a:off x="7244950" y="2744857"/>
              <a:ext cx="259297" cy="259713"/>
              <a:chOff x="6259175" y="1559008"/>
              <a:chExt cx="271743" cy="272093"/>
            </a:xfrm>
          </p:grpSpPr>
          <p:sp>
            <p:nvSpPr>
              <p:cNvPr id="41" name="Google Shape;1026;p55"/>
              <p:cNvSpPr/>
              <p:nvPr/>
            </p:nvSpPr>
            <p:spPr>
              <a:xfrm>
                <a:off x="6259175" y="1559008"/>
                <a:ext cx="271743" cy="272093"/>
              </a:xfrm>
              <a:custGeom>
                <a:avLst/>
                <a:gdLst/>
                <a:ahLst/>
                <a:cxnLst/>
                <a:rect l="l" t="t" r="r" b="b"/>
                <a:pathLst>
                  <a:path w="8538" h="8549" extrusionOk="0">
                    <a:moveTo>
                      <a:pt x="4263" y="0"/>
                    </a:moveTo>
                    <a:cubicBezTo>
                      <a:pt x="3120" y="0"/>
                      <a:pt x="2049" y="453"/>
                      <a:pt x="1251" y="1250"/>
                    </a:cubicBezTo>
                    <a:cubicBezTo>
                      <a:pt x="441" y="2060"/>
                      <a:pt x="1" y="3131"/>
                      <a:pt x="1" y="4274"/>
                    </a:cubicBezTo>
                    <a:cubicBezTo>
                      <a:pt x="1" y="5417"/>
                      <a:pt x="441" y="6489"/>
                      <a:pt x="1251" y="7299"/>
                    </a:cubicBezTo>
                    <a:cubicBezTo>
                      <a:pt x="2049" y="8096"/>
                      <a:pt x="3120" y="8549"/>
                      <a:pt x="4263" y="8549"/>
                    </a:cubicBezTo>
                    <a:cubicBezTo>
                      <a:pt x="5418" y="8549"/>
                      <a:pt x="6490" y="8096"/>
                      <a:pt x="7287" y="7299"/>
                    </a:cubicBezTo>
                    <a:cubicBezTo>
                      <a:pt x="8097" y="6489"/>
                      <a:pt x="8537" y="5417"/>
                      <a:pt x="8537" y="4274"/>
                    </a:cubicBezTo>
                    <a:cubicBezTo>
                      <a:pt x="8526" y="4179"/>
                      <a:pt x="8526" y="4108"/>
                      <a:pt x="8526" y="4036"/>
                    </a:cubicBezTo>
                    <a:cubicBezTo>
                      <a:pt x="8526" y="3965"/>
                      <a:pt x="8466" y="3917"/>
                      <a:pt x="8383" y="3917"/>
                    </a:cubicBezTo>
                    <a:cubicBezTo>
                      <a:pt x="8311" y="3917"/>
                      <a:pt x="8276" y="3977"/>
                      <a:pt x="8276" y="4048"/>
                    </a:cubicBezTo>
                    <a:lnTo>
                      <a:pt x="8276" y="4274"/>
                    </a:lnTo>
                    <a:cubicBezTo>
                      <a:pt x="8276" y="5346"/>
                      <a:pt x="7859" y="6358"/>
                      <a:pt x="7097" y="7120"/>
                    </a:cubicBezTo>
                    <a:cubicBezTo>
                      <a:pt x="6335" y="7882"/>
                      <a:pt x="5323" y="8287"/>
                      <a:pt x="4251" y="8287"/>
                    </a:cubicBezTo>
                    <a:cubicBezTo>
                      <a:pt x="3180" y="8287"/>
                      <a:pt x="2168" y="7870"/>
                      <a:pt x="1406" y="7120"/>
                    </a:cubicBezTo>
                    <a:cubicBezTo>
                      <a:pt x="656" y="6358"/>
                      <a:pt x="239" y="5346"/>
                      <a:pt x="239" y="4274"/>
                    </a:cubicBezTo>
                    <a:cubicBezTo>
                      <a:pt x="239" y="3203"/>
                      <a:pt x="644" y="2191"/>
                      <a:pt x="1406" y="1429"/>
                    </a:cubicBezTo>
                    <a:cubicBezTo>
                      <a:pt x="2168" y="667"/>
                      <a:pt x="3180" y="250"/>
                      <a:pt x="4251" y="250"/>
                    </a:cubicBezTo>
                    <a:cubicBezTo>
                      <a:pt x="5204" y="250"/>
                      <a:pt x="6121" y="595"/>
                      <a:pt x="6847" y="1203"/>
                    </a:cubicBezTo>
                    <a:cubicBezTo>
                      <a:pt x="7561" y="1822"/>
                      <a:pt x="8049" y="2655"/>
                      <a:pt x="8216" y="3560"/>
                    </a:cubicBezTo>
                    <a:cubicBezTo>
                      <a:pt x="8227" y="3624"/>
                      <a:pt x="8276" y="3669"/>
                      <a:pt x="8337" y="3669"/>
                    </a:cubicBezTo>
                    <a:cubicBezTo>
                      <a:pt x="8344" y="3669"/>
                      <a:pt x="8352" y="3668"/>
                      <a:pt x="8359" y="3667"/>
                    </a:cubicBezTo>
                    <a:cubicBezTo>
                      <a:pt x="8430" y="3643"/>
                      <a:pt x="8478" y="3584"/>
                      <a:pt x="8466" y="3512"/>
                    </a:cubicBezTo>
                    <a:cubicBezTo>
                      <a:pt x="8287" y="2548"/>
                      <a:pt x="7775" y="1655"/>
                      <a:pt x="7025" y="1012"/>
                    </a:cubicBezTo>
                    <a:cubicBezTo>
                      <a:pt x="6251" y="357"/>
                      <a:pt x="5275" y="0"/>
                      <a:pt x="4263"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42" name="Google Shape;1027;p55"/>
              <p:cNvSpPr/>
              <p:nvPr/>
            </p:nvSpPr>
            <p:spPr>
              <a:xfrm>
                <a:off x="6278145" y="1577946"/>
                <a:ext cx="231927" cy="232309"/>
              </a:xfrm>
              <a:custGeom>
                <a:avLst/>
                <a:gdLst/>
                <a:ahLst/>
                <a:cxnLst/>
                <a:rect l="l" t="t" r="r" b="b"/>
                <a:pathLst>
                  <a:path w="7287" h="7299" extrusionOk="0">
                    <a:moveTo>
                      <a:pt x="3643" y="0"/>
                    </a:moveTo>
                    <a:cubicBezTo>
                      <a:pt x="3119" y="0"/>
                      <a:pt x="2631" y="108"/>
                      <a:pt x="2155" y="322"/>
                    </a:cubicBezTo>
                    <a:cubicBezTo>
                      <a:pt x="1703" y="524"/>
                      <a:pt x="1310" y="810"/>
                      <a:pt x="964" y="1179"/>
                    </a:cubicBezTo>
                    <a:cubicBezTo>
                      <a:pt x="917" y="1227"/>
                      <a:pt x="917" y="1310"/>
                      <a:pt x="964" y="1358"/>
                    </a:cubicBezTo>
                    <a:cubicBezTo>
                      <a:pt x="988" y="1382"/>
                      <a:pt x="1021" y="1393"/>
                      <a:pt x="1054" y="1393"/>
                    </a:cubicBezTo>
                    <a:cubicBezTo>
                      <a:pt x="1086" y="1393"/>
                      <a:pt x="1119" y="1382"/>
                      <a:pt x="1143" y="1358"/>
                    </a:cubicBezTo>
                    <a:cubicBezTo>
                      <a:pt x="1453" y="1012"/>
                      <a:pt x="1822" y="750"/>
                      <a:pt x="2262" y="560"/>
                    </a:cubicBezTo>
                    <a:cubicBezTo>
                      <a:pt x="2691" y="358"/>
                      <a:pt x="3167" y="262"/>
                      <a:pt x="3643" y="262"/>
                    </a:cubicBezTo>
                    <a:cubicBezTo>
                      <a:pt x="5513" y="262"/>
                      <a:pt x="7037" y="1774"/>
                      <a:pt x="7037" y="3656"/>
                    </a:cubicBezTo>
                    <a:cubicBezTo>
                      <a:pt x="7037" y="5525"/>
                      <a:pt x="5513" y="7049"/>
                      <a:pt x="3643" y="7049"/>
                    </a:cubicBezTo>
                    <a:cubicBezTo>
                      <a:pt x="1762" y="7049"/>
                      <a:pt x="250" y="5525"/>
                      <a:pt x="250" y="3656"/>
                    </a:cubicBezTo>
                    <a:cubicBezTo>
                      <a:pt x="250" y="2977"/>
                      <a:pt x="441" y="2322"/>
                      <a:pt x="810" y="1774"/>
                    </a:cubicBezTo>
                    <a:cubicBezTo>
                      <a:pt x="857" y="1727"/>
                      <a:pt x="845" y="1655"/>
                      <a:pt x="786" y="1608"/>
                    </a:cubicBezTo>
                    <a:cubicBezTo>
                      <a:pt x="766" y="1596"/>
                      <a:pt x="743" y="1591"/>
                      <a:pt x="721" y="1591"/>
                    </a:cubicBezTo>
                    <a:cubicBezTo>
                      <a:pt x="676" y="1591"/>
                      <a:pt x="631" y="1612"/>
                      <a:pt x="607" y="1643"/>
                    </a:cubicBezTo>
                    <a:cubicBezTo>
                      <a:pt x="202" y="2239"/>
                      <a:pt x="0" y="2941"/>
                      <a:pt x="0" y="3656"/>
                    </a:cubicBezTo>
                    <a:cubicBezTo>
                      <a:pt x="0" y="4632"/>
                      <a:pt x="381" y="5537"/>
                      <a:pt x="1072" y="6227"/>
                    </a:cubicBezTo>
                    <a:cubicBezTo>
                      <a:pt x="1750" y="6906"/>
                      <a:pt x="2679" y="7299"/>
                      <a:pt x="3643" y="7299"/>
                    </a:cubicBezTo>
                    <a:cubicBezTo>
                      <a:pt x="4620" y="7299"/>
                      <a:pt x="5536" y="6906"/>
                      <a:pt x="6215" y="6227"/>
                    </a:cubicBezTo>
                    <a:cubicBezTo>
                      <a:pt x="6894" y="5537"/>
                      <a:pt x="7287" y="4620"/>
                      <a:pt x="7287" y="3656"/>
                    </a:cubicBezTo>
                    <a:cubicBezTo>
                      <a:pt x="7287" y="2679"/>
                      <a:pt x="6906" y="1763"/>
                      <a:pt x="6215" y="1072"/>
                    </a:cubicBezTo>
                    <a:cubicBezTo>
                      <a:pt x="5536" y="393"/>
                      <a:pt x="4608" y="0"/>
                      <a:pt x="3643" y="0"/>
                    </a:cubicBezTo>
                    <a:close/>
                  </a:path>
                </a:pathLst>
              </a:custGeom>
              <a:solidFill>
                <a:srgbClr val="2661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266196"/>
                  </a:solidFill>
                </a:endParaRPr>
              </a:p>
            </p:txBody>
          </p:sp>
          <p:sp>
            <p:nvSpPr>
              <p:cNvPr id="43" name="Google Shape;1028;p55"/>
              <p:cNvSpPr/>
              <p:nvPr/>
            </p:nvSpPr>
            <p:spPr>
              <a:xfrm>
                <a:off x="6297846" y="1690870"/>
                <a:ext cx="13272" cy="7607"/>
              </a:xfrm>
              <a:custGeom>
                <a:avLst/>
                <a:gdLst/>
                <a:ahLst/>
                <a:cxnLst/>
                <a:rect l="l" t="t" r="r" b="b"/>
                <a:pathLst>
                  <a:path w="417" h="239" extrusionOk="0">
                    <a:moveTo>
                      <a:pt x="119" y="0"/>
                    </a:moveTo>
                    <a:cubicBezTo>
                      <a:pt x="48" y="0"/>
                      <a:pt x="0" y="36"/>
                      <a:pt x="0" y="120"/>
                    </a:cubicBezTo>
                    <a:cubicBezTo>
                      <a:pt x="0" y="191"/>
                      <a:pt x="60" y="239"/>
                      <a:pt x="119" y="239"/>
                    </a:cubicBezTo>
                    <a:lnTo>
                      <a:pt x="298" y="239"/>
                    </a:lnTo>
                    <a:cubicBezTo>
                      <a:pt x="369" y="239"/>
                      <a:pt x="417" y="179"/>
                      <a:pt x="417" y="120"/>
                    </a:cubicBezTo>
                    <a:cubicBezTo>
                      <a:pt x="417" y="60"/>
                      <a:pt x="357" y="0"/>
                      <a:pt x="298"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44" name="Google Shape;1029;p55"/>
              <p:cNvSpPr/>
              <p:nvPr/>
            </p:nvSpPr>
            <p:spPr>
              <a:xfrm>
                <a:off x="6390687" y="1598029"/>
                <a:ext cx="100448" cy="100448"/>
              </a:xfrm>
              <a:custGeom>
                <a:avLst/>
                <a:gdLst/>
                <a:ahLst/>
                <a:cxnLst/>
                <a:rect l="l" t="t" r="r" b="b"/>
                <a:pathLst>
                  <a:path w="3156" h="3156" extrusionOk="0">
                    <a:moveTo>
                      <a:pt x="119" y="0"/>
                    </a:moveTo>
                    <a:cubicBezTo>
                      <a:pt x="60" y="0"/>
                      <a:pt x="0" y="60"/>
                      <a:pt x="0" y="119"/>
                    </a:cubicBezTo>
                    <a:lnTo>
                      <a:pt x="0" y="3037"/>
                    </a:lnTo>
                    <a:cubicBezTo>
                      <a:pt x="0" y="3108"/>
                      <a:pt x="60" y="3156"/>
                      <a:pt x="119" y="3156"/>
                    </a:cubicBezTo>
                    <a:lnTo>
                      <a:pt x="3036" y="3156"/>
                    </a:lnTo>
                    <a:cubicBezTo>
                      <a:pt x="3108" y="3156"/>
                      <a:pt x="3155" y="3096"/>
                      <a:pt x="3155" y="3037"/>
                    </a:cubicBezTo>
                    <a:cubicBezTo>
                      <a:pt x="3155" y="2977"/>
                      <a:pt x="3096" y="2917"/>
                      <a:pt x="3036" y="2917"/>
                    </a:cubicBezTo>
                    <a:lnTo>
                      <a:pt x="250" y="2917"/>
                    </a:lnTo>
                    <a:lnTo>
                      <a:pt x="250" y="119"/>
                    </a:lnTo>
                    <a:lnTo>
                      <a:pt x="238" y="119"/>
                    </a:lnTo>
                    <a:cubicBezTo>
                      <a:pt x="238" y="48"/>
                      <a:pt x="179" y="0"/>
                      <a:pt x="119"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45" name="Google Shape;1030;p55"/>
              <p:cNvSpPr/>
              <p:nvPr/>
            </p:nvSpPr>
            <p:spPr>
              <a:xfrm>
                <a:off x="6390305" y="1778013"/>
                <a:ext cx="7607" cy="13304"/>
              </a:xfrm>
              <a:custGeom>
                <a:avLst/>
                <a:gdLst/>
                <a:ahLst/>
                <a:cxnLst/>
                <a:rect l="l" t="t" r="r" b="b"/>
                <a:pathLst>
                  <a:path w="239" h="418" extrusionOk="0">
                    <a:moveTo>
                      <a:pt x="119" y="1"/>
                    </a:moveTo>
                    <a:cubicBezTo>
                      <a:pt x="60" y="1"/>
                      <a:pt x="0" y="60"/>
                      <a:pt x="0" y="120"/>
                    </a:cubicBezTo>
                    <a:lnTo>
                      <a:pt x="0" y="299"/>
                    </a:lnTo>
                    <a:cubicBezTo>
                      <a:pt x="0" y="370"/>
                      <a:pt x="60" y="418"/>
                      <a:pt x="119" y="418"/>
                    </a:cubicBezTo>
                    <a:cubicBezTo>
                      <a:pt x="179" y="418"/>
                      <a:pt x="238" y="358"/>
                      <a:pt x="238" y="299"/>
                    </a:cubicBezTo>
                    <a:lnTo>
                      <a:pt x="238" y="120"/>
                    </a:lnTo>
                    <a:cubicBezTo>
                      <a:pt x="238" y="49"/>
                      <a:pt x="179" y="1"/>
                      <a:pt x="11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46" name="Google Shape;1031;p55"/>
              <p:cNvSpPr/>
              <p:nvPr/>
            </p:nvSpPr>
            <p:spPr>
              <a:xfrm>
                <a:off x="6324358" y="1624923"/>
                <a:ext cx="12922" cy="11776"/>
              </a:xfrm>
              <a:custGeom>
                <a:avLst/>
                <a:gdLst/>
                <a:ahLst/>
                <a:cxnLst/>
                <a:rect l="l" t="t" r="r" b="b"/>
                <a:pathLst>
                  <a:path w="406" h="370" extrusionOk="0">
                    <a:moveTo>
                      <a:pt x="133" y="1"/>
                    </a:moveTo>
                    <a:cubicBezTo>
                      <a:pt x="99" y="1"/>
                      <a:pt x="66" y="13"/>
                      <a:pt x="48" y="36"/>
                    </a:cubicBezTo>
                    <a:cubicBezTo>
                      <a:pt x="1" y="72"/>
                      <a:pt x="1" y="167"/>
                      <a:pt x="48" y="215"/>
                    </a:cubicBezTo>
                    <a:lnTo>
                      <a:pt x="179" y="346"/>
                    </a:lnTo>
                    <a:cubicBezTo>
                      <a:pt x="215" y="370"/>
                      <a:pt x="239" y="370"/>
                      <a:pt x="274" y="370"/>
                    </a:cubicBezTo>
                    <a:cubicBezTo>
                      <a:pt x="298" y="370"/>
                      <a:pt x="334" y="358"/>
                      <a:pt x="358" y="346"/>
                    </a:cubicBezTo>
                    <a:cubicBezTo>
                      <a:pt x="405" y="298"/>
                      <a:pt x="405" y="215"/>
                      <a:pt x="358" y="167"/>
                    </a:cubicBezTo>
                    <a:lnTo>
                      <a:pt x="227" y="36"/>
                    </a:lnTo>
                    <a:cubicBezTo>
                      <a:pt x="203" y="13"/>
                      <a:pt x="167" y="1"/>
                      <a:pt x="133"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47" name="Google Shape;1032;p55"/>
              <p:cNvSpPr/>
              <p:nvPr/>
            </p:nvSpPr>
            <p:spPr>
              <a:xfrm>
                <a:off x="6451700" y="1752265"/>
                <a:ext cx="12890" cy="11776"/>
              </a:xfrm>
              <a:custGeom>
                <a:avLst/>
                <a:gdLst/>
                <a:ahLst/>
                <a:cxnLst/>
                <a:rect l="l" t="t" r="r" b="b"/>
                <a:pathLst>
                  <a:path w="405" h="370" extrusionOk="0">
                    <a:moveTo>
                      <a:pt x="133" y="0"/>
                    </a:moveTo>
                    <a:cubicBezTo>
                      <a:pt x="101" y="0"/>
                      <a:pt x="72" y="12"/>
                      <a:pt x="48" y="36"/>
                    </a:cubicBezTo>
                    <a:cubicBezTo>
                      <a:pt x="0" y="84"/>
                      <a:pt x="0" y="167"/>
                      <a:pt x="48" y="215"/>
                    </a:cubicBezTo>
                    <a:lnTo>
                      <a:pt x="179" y="346"/>
                    </a:lnTo>
                    <a:cubicBezTo>
                      <a:pt x="214" y="369"/>
                      <a:pt x="238" y="369"/>
                      <a:pt x="274" y="369"/>
                    </a:cubicBezTo>
                    <a:cubicBezTo>
                      <a:pt x="298" y="369"/>
                      <a:pt x="333" y="357"/>
                      <a:pt x="357" y="346"/>
                    </a:cubicBezTo>
                    <a:cubicBezTo>
                      <a:pt x="405" y="298"/>
                      <a:pt x="405" y="215"/>
                      <a:pt x="357" y="167"/>
                    </a:cubicBezTo>
                    <a:lnTo>
                      <a:pt x="226" y="36"/>
                    </a:lnTo>
                    <a:cubicBezTo>
                      <a:pt x="197" y="12"/>
                      <a:pt x="164" y="0"/>
                      <a:pt x="133"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48" name="Google Shape;1033;p55"/>
              <p:cNvSpPr/>
              <p:nvPr/>
            </p:nvSpPr>
            <p:spPr>
              <a:xfrm>
                <a:off x="6451700" y="1624923"/>
                <a:ext cx="12890" cy="11776"/>
              </a:xfrm>
              <a:custGeom>
                <a:avLst/>
                <a:gdLst/>
                <a:ahLst/>
                <a:cxnLst/>
                <a:rect l="l" t="t" r="r" b="b"/>
                <a:pathLst>
                  <a:path w="405" h="370" extrusionOk="0">
                    <a:moveTo>
                      <a:pt x="272" y="1"/>
                    </a:moveTo>
                    <a:cubicBezTo>
                      <a:pt x="238" y="1"/>
                      <a:pt x="202" y="13"/>
                      <a:pt x="179" y="36"/>
                    </a:cubicBezTo>
                    <a:lnTo>
                      <a:pt x="48" y="167"/>
                    </a:lnTo>
                    <a:cubicBezTo>
                      <a:pt x="0" y="215"/>
                      <a:pt x="0" y="298"/>
                      <a:pt x="48" y="346"/>
                    </a:cubicBezTo>
                    <a:cubicBezTo>
                      <a:pt x="83" y="370"/>
                      <a:pt x="107" y="370"/>
                      <a:pt x="143" y="370"/>
                    </a:cubicBezTo>
                    <a:cubicBezTo>
                      <a:pt x="167" y="370"/>
                      <a:pt x="202" y="370"/>
                      <a:pt x="226" y="346"/>
                    </a:cubicBezTo>
                    <a:lnTo>
                      <a:pt x="357" y="215"/>
                    </a:lnTo>
                    <a:cubicBezTo>
                      <a:pt x="405" y="167"/>
                      <a:pt x="405" y="72"/>
                      <a:pt x="357" y="36"/>
                    </a:cubicBezTo>
                    <a:cubicBezTo>
                      <a:pt x="339" y="13"/>
                      <a:pt x="307" y="1"/>
                      <a:pt x="272"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49" name="Google Shape;1034;p55"/>
              <p:cNvSpPr/>
              <p:nvPr/>
            </p:nvSpPr>
            <p:spPr>
              <a:xfrm>
                <a:off x="6324358" y="1751883"/>
                <a:ext cx="12922" cy="11776"/>
              </a:xfrm>
              <a:custGeom>
                <a:avLst/>
                <a:gdLst/>
                <a:ahLst/>
                <a:cxnLst/>
                <a:rect l="l" t="t" r="r" b="b"/>
                <a:pathLst>
                  <a:path w="406" h="370" extrusionOk="0">
                    <a:moveTo>
                      <a:pt x="268" y="0"/>
                    </a:moveTo>
                    <a:cubicBezTo>
                      <a:pt x="236" y="0"/>
                      <a:pt x="203" y="12"/>
                      <a:pt x="179" y="36"/>
                    </a:cubicBezTo>
                    <a:lnTo>
                      <a:pt x="48" y="167"/>
                    </a:lnTo>
                    <a:cubicBezTo>
                      <a:pt x="1" y="227"/>
                      <a:pt x="1" y="298"/>
                      <a:pt x="48" y="346"/>
                    </a:cubicBezTo>
                    <a:cubicBezTo>
                      <a:pt x="72" y="369"/>
                      <a:pt x="108" y="369"/>
                      <a:pt x="132" y="369"/>
                    </a:cubicBezTo>
                    <a:cubicBezTo>
                      <a:pt x="167" y="369"/>
                      <a:pt x="191" y="358"/>
                      <a:pt x="227" y="346"/>
                    </a:cubicBezTo>
                    <a:lnTo>
                      <a:pt x="358" y="215"/>
                    </a:lnTo>
                    <a:cubicBezTo>
                      <a:pt x="405" y="167"/>
                      <a:pt x="405" y="72"/>
                      <a:pt x="358" y="36"/>
                    </a:cubicBezTo>
                    <a:cubicBezTo>
                      <a:pt x="334" y="12"/>
                      <a:pt x="301" y="0"/>
                      <a:pt x="268"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50" name="Google Shape;1035;p55"/>
              <p:cNvSpPr/>
              <p:nvPr/>
            </p:nvSpPr>
            <p:spPr>
              <a:xfrm>
                <a:off x="6304657" y="1653823"/>
                <a:ext cx="14036" cy="10567"/>
              </a:xfrm>
              <a:custGeom>
                <a:avLst/>
                <a:gdLst/>
                <a:ahLst/>
                <a:cxnLst/>
                <a:rect l="l" t="t" r="r" b="b"/>
                <a:pathLst>
                  <a:path w="441" h="332" extrusionOk="0">
                    <a:moveTo>
                      <a:pt x="143" y="0"/>
                    </a:moveTo>
                    <a:cubicBezTo>
                      <a:pt x="97" y="0"/>
                      <a:pt x="51" y="25"/>
                      <a:pt x="24" y="69"/>
                    </a:cubicBezTo>
                    <a:cubicBezTo>
                      <a:pt x="0" y="129"/>
                      <a:pt x="24" y="212"/>
                      <a:pt x="84" y="236"/>
                    </a:cubicBezTo>
                    <a:lnTo>
                      <a:pt x="250" y="307"/>
                    </a:lnTo>
                    <a:cubicBezTo>
                      <a:pt x="262" y="307"/>
                      <a:pt x="274" y="331"/>
                      <a:pt x="298" y="331"/>
                    </a:cubicBezTo>
                    <a:cubicBezTo>
                      <a:pt x="334" y="331"/>
                      <a:pt x="381" y="295"/>
                      <a:pt x="417" y="260"/>
                    </a:cubicBezTo>
                    <a:cubicBezTo>
                      <a:pt x="441" y="200"/>
                      <a:pt x="417" y="117"/>
                      <a:pt x="358" y="93"/>
                    </a:cubicBezTo>
                    <a:lnTo>
                      <a:pt x="191" y="10"/>
                    </a:lnTo>
                    <a:cubicBezTo>
                      <a:pt x="176" y="3"/>
                      <a:pt x="159" y="0"/>
                      <a:pt x="143"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51" name="Google Shape;1036;p55"/>
              <p:cNvSpPr/>
              <p:nvPr/>
            </p:nvSpPr>
            <p:spPr>
              <a:xfrm>
                <a:off x="6469874" y="1724511"/>
                <a:ext cx="14068" cy="10344"/>
              </a:xfrm>
              <a:custGeom>
                <a:avLst/>
                <a:gdLst/>
                <a:ahLst/>
                <a:cxnLst/>
                <a:rect l="l" t="t" r="r" b="b"/>
                <a:pathLst>
                  <a:path w="442" h="325" extrusionOk="0">
                    <a:moveTo>
                      <a:pt x="140" y="1"/>
                    </a:moveTo>
                    <a:cubicBezTo>
                      <a:pt x="95" y="1"/>
                      <a:pt x="50" y="31"/>
                      <a:pt x="24" y="75"/>
                    </a:cubicBezTo>
                    <a:cubicBezTo>
                      <a:pt x="1" y="134"/>
                      <a:pt x="24" y="206"/>
                      <a:pt x="84" y="241"/>
                    </a:cubicBezTo>
                    <a:lnTo>
                      <a:pt x="251" y="313"/>
                    </a:lnTo>
                    <a:cubicBezTo>
                      <a:pt x="263" y="313"/>
                      <a:pt x="286" y="325"/>
                      <a:pt x="298" y="325"/>
                    </a:cubicBezTo>
                    <a:cubicBezTo>
                      <a:pt x="346" y="325"/>
                      <a:pt x="382" y="301"/>
                      <a:pt x="417" y="253"/>
                    </a:cubicBezTo>
                    <a:cubicBezTo>
                      <a:pt x="441" y="194"/>
                      <a:pt x="417" y="122"/>
                      <a:pt x="358" y="86"/>
                    </a:cubicBezTo>
                    <a:lnTo>
                      <a:pt x="191" y="15"/>
                    </a:lnTo>
                    <a:cubicBezTo>
                      <a:pt x="175" y="5"/>
                      <a:pt x="157" y="1"/>
                      <a:pt x="140"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52" name="Google Shape;1037;p55"/>
              <p:cNvSpPr/>
              <p:nvPr/>
            </p:nvSpPr>
            <p:spPr>
              <a:xfrm>
                <a:off x="6424392" y="1605158"/>
                <a:ext cx="11394" cy="13368"/>
              </a:xfrm>
              <a:custGeom>
                <a:avLst/>
                <a:gdLst/>
                <a:ahLst/>
                <a:cxnLst/>
                <a:rect l="l" t="t" r="r" b="b"/>
                <a:pathLst>
                  <a:path w="358" h="420" extrusionOk="0">
                    <a:moveTo>
                      <a:pt x="212" y="0"/>
                    </a:moveTo>
                    <a:cubicBezTo>
                      <a:pt x="168" y="0"/>
                      <a:pt x="125" y="31"/>
                      <a:pt x="108" y="74"/>
                    </a:cubicBezTo>
                    <a:lnTo>
                      <a:pt x="25" y="229"/>
                    </a:lnTo>
                    <a:cubicBezTo>
                      <a:pt x="1" y="288"/>
                      <a:pt x="25" y="372"/>
                      <a:pt x="84" y="396"/>
                    </a:cubicBezTo>
                    <a:cubicBezTo>
                      <a:pt x="108" y="419"/>
                      <a:pt x="120" y="419"/>
                      <a:pt x="132" y="419"/>
                    </a:cubicBezTo>
                    <a:cubicBezTo>
                      <a:pt x="179" y="419"/>
                      <a:pt x="215" y="384"/>
                      <a:pt x="251" y="336"/>
                    </a:cubicBezTo>
                    <a:lnTo>
                      <a:pt x="322" y="181"/>
                    </a:lnTo>
                    <a:cubicBezTo>
                      <a:pt x="358" y="122"/>
                      <a:pt x="322" y="38"/>
                      <a:pt x="263" y="15"/>
                    </a:cubicBezTo>
                    <a:cubicBezTo>
                      <a:pt x="246" y="5"/>
                      <a:pt x="229" y="0"/>
                      <a:pt x="212"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53" name="Google Shape;1038;p55"/>
              <p:cNvSpPr/>
              <p:nvPr/>
            </p:nvSpPr>
            <p:spPr>
              <a:xfrm>
                <a:off x="6353926" y="1770916"/>
                <a:ext cx="11394" cy="13208"/>
              </a:xfrm>
              <a:custGeom>
                <a:avLst/>
                <a:gdLst/>
                <a:ahLst/>
                <a:cxnLst/>
                <a:rect l="l" t="t" r="r" b="b"/>
                <a:pathLst>
                  <a:path w="358" h="415" extrusionOk="0">
                    <a:moveTo>
                      <a:pt x="214" y="0"/>
                    </a:moveTo>
                    <a:cubicBezTo>
                      <a:pt x="168" y="0"/>
                      <a:pt x="122" y="25"/>
                      <a:pt x="96" y="69"/>
                    </a:cubicBezTo>
                    <a:lnTo>
                      <a:pt x="24" y="236"/>
                    </a:lnTo>
                    <a:cubicBezTo>
                      <a:pt x="0" y="295"/>
                      <a:pt x="24" y="367"/>
                      <a:pt x="84" y="402"/>
                    </a:cubicBezTo>
                    <a:cubicBezTo>
                      <a:pt x="96" y="402"/>
                      <a:pt x="119" y="414"/>
                      <a:pt x="131" y="414"/>
                    </a:cubicBezTo>
                    <a:cubicBezTo>
                      <a:pt x="179" y="414"/>
                      <a:pt x="215" y="391"/>
                      <a:pt x="250" y="343"/>
                    </a:cubicBezTo>
                    <a:lnTo>
                      <a:pt x="322" y="176"/>
                    </a:lnTo>
                    <a:cubicBezTo>
                      <a:pt x="357" y="117"/>
                      <a:pt x="322" y="45"/>
                      <a:pt x="262" y="10"/>
                    </a:cubicBezTo>
                    <a:cubicBezTo>
                      <a:pt x="247" y="3"/>
                      <a:pt x="231" y="0"/>
                      <a:pt x="214"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54" name="Google Shape;1039;p55"/>
              <p:cNvSpPr/>
              <p:nvPr/>
            </p:nvSpPr>
            <p:spPr>
              <a:xfrm>
                <a:off x="6355040" y="1604363"/>
                <a:ext cx="11044" cy="13399"/>
              </a:xfrm>
              <a:custGeom>
                <a:avLst/>
                <a:gdLst/>
                <a:ahLst/>
                <a:cxnLst/>
                <a:rect l="l" t="t" r="r" b="b"/>
                <a:pathLst>
                  <a:path w="347" h="421" extrusionOk="0">
                    <a:moveTo>
                      <a:pt x="127" y="1"/>
                    </a:moveTo>
                    <a:cubicBezTo>
                      <a:pt x="116" y="1"/>
                      <a:pt x="106" y="2"/>
                      <a:pt x="96" y="4"/>
                    </a:cubicBezTo>
                    <a:cubicBezTo>
                      <a:pt x="37" y="40"/>
                      <a:pt x="1" y="111"/>
                      <a:pt x="25" y="171"/>
                    </a:cubicBezTo>
                    <a:lnTo>
                      <a:pt x="96" y="337"/>
                    </a:lnTo>
                    <a:cubicBezTo>
                      <a:pt x="120" y="397"/>
                      <a:pt x="168" y="421"/>
                      <a:pt x="215" y="421"/>
                    </a:cubicBezTo>
                    <a:cubicBezTo>
                      <a:pt x="227" y="421"/>
                      <a:pt x="239" y="421"/>
                      <a:pt x="263" y="409"/>
                    </a:cubicBezTo>
                    <a:cubicBezTo>
                      <a:pt x="322" y="373"/>
                      <a:pt x="346" y="301"/>
                      <a:pt x="334" y="242"/>
                    </a:cubicBezTo>
                    <a:lnTo>
                      <a:pt x="263" y="75"/>
                    </a:lnTo>
                    <a:cubicBezTo>
                      <a:pt x="233" y="26"/>
                      <a:pt x="179" y="1"/>
                      <a:pt x="127"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55" name="Google Shape;1040;p55"/>
              <p:cNvSpPr/>
              <p:nvPr/>
            </p:nvSpPr>
            <p:spPr>
              <a:xfrm>
                <a:off x="6422514" y="1771489"/>
                <a:ext cx="11012" cy="13017"/>
              </a:xfrm>
              <a:custGeom>
                <a:avLst/>
                <a:gdLst/>
                <a:ahLst/>
                <a:cxnLst/>
                <a:rect l="l" t="t" r="r" b="b"/>
                <a:pathLst>
                  <a:path w="346" h="409" extrusionOk="0">
                    <a:moveTo>
                      <a:pt x="151" y="1"/>
                    </a:moveTo>
                    <a:cubicBezTo>
                      <a:pt x="130" y="1"/>
                      <a:pt x="107" y="5"/>
                      <a:pt x="84" y="15"/>
                    </a:cubicBezTo>
                    <a:cubicBezTo>
                      <a:pt x="24" y="39"/>
                      <a:pt x="0" y="111"/>
                      <a:pt x="12" y="170"/>
                    </a:cubicBezTo>
                    <a:lnTo>
                      <a:pt x="84" y="337"/>
                    </a:lnTo>
                    <a:cubicBezTo>
                      <a:pt x="107" y="384"/>
                      <a:pt x="143" y="408"/>
                      <a:pt x="203" y="408"/>
                    </a:cubicBezTo>
                    <a:cubicBezTo>
                      <a:pt x="227" y="408"/>
                      <a:pt x="238" y="408"/>
                      <a:pt x="250" y="396"/>
                    </a:cubicBezTo>
                    <a:cubicBezTo>
                      <a:pt x="310" y="373"/>
                      <a:pt x="346" y="289"/>
                      <a:pt x="322" y="230"/>
                    </a:cubicBezTo>
                    <a:lnTo>
                      <a:pt x="250" y="63"/>
                    </a:lnTo>
                    <a:cubicBezTo>
                      <a:pt x="242" y="29"/>
                      <a:pt x="203" y="1"/>
                      <a:pt x="151"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56" name="Google Shape;1041;p55"/>
              <p:cNvSpPr/>
              <p:nvPr/>
            </p:nvSpPr>
            <p:spPr>
              <a:xfrm>
                <a:off x="6470637" y="1655541"/>
                <a:ext cx="14036" cy="10726"/>
              </a:xfrm>
              <a:custGeom>
                <a:avLst/>
                <a:gdLst/>
                <a:ahLst/>
                <a:cxnLst/>
                <a:rect l="l" t="t" r="r" b="b"/>
                <a:pathLst>
                  <a:path w="441" h="337" extrusionOk="0">
                    <a:moveTo>
                      <a:pt x="293" y="0"/>
                    </a:moveTo>
                    <a:cubicBezTo>
                      <a:pt x="282" y="0"/>
                      <a:pt x="272" y="1"/>
                      <a:pt x="262" y="3"/>
                    </a:cubicBezTo>
                    <a:lnTo>
                      <a:pt x="96" y="75"/>
                    </a:lnTo>
                    <a:cubicBezTo>
                      <a:pt x="36" y="110"/>
                      <a:pt x="0" y="182"/>
                      <a:pt x="24" y="241"/>
                    </a:cubicBezTo>
                    <a:cubicBezTo>
                      <a:pt x="48" y="301"/>
                      <a:pt x="96" y="337"/>
                      <a:pt x="143" y="337"/>
                    </a:cubicBezTo>
                    <a:cubicBezTo>
                      <a:pt x="155" y="337"/>
                      <a:pt x="167" y="337"/>
                      <a:pt x="179" y="313"/>
                    </a:cubicBezTo>
                    <a:lnTo>
                      <a:pt x="346" y="241"/>
                    </a:lnTo>
                    <a:cubicBezTo>
                      <a:pt x="405" y="217"/>
                      <a:pt x="441" y="134"/>
                      <a:pt x="417" y="75"/>
                    </a:cubicBezTo>
                    <a:cubicBezTo>
                      <a:pt x="397" y="25"/>
                      <a:pt x="344" y="0"/>
                      <a:pt x="293"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57" name="Google Shape;1042;p55"/>
              <p:cNvSpPr/>
              <p:nvPr/>
            </p:nvSpPr>
            <p:spPr>
              <a:xfrm>
                <a:off x="6303893" y="1723175"/>
                <a:ext cx="13686" cy="10153"/>
              </a:xfrm>
              <a:custGeom>
                <a:avLst/>
                <a:gdLst/>
                <a:ahLst/>
                <a:cxnLst/>
                <a:rect l="l" t="t" r="r" b="b"/>
                <a:pathLst>
                  <a:path w="430" h="319" extrusionOk="0">
                    <a:moveTo>
                      <a:pt x="317" y="0"/>
                    </a:moveTo>
                    <a:cubicBezTo>
                      <a:pt x="299" y="0"/>
                      <a:pt x="281" y="3"/>
                      <a:pt x="263" y="9"/>
                    </a:cubicBezTo>
                    <a:lnTo>
                      <a:pt x="96" y="81"/>
                    </a:lnTo>
                    <a:cubicBezTo>
                      <a:pt x="36" y="117"/>
                      <a:pt x="1" y="188"/>
                      <a:pt x="24" y="248"/>
                    </a:cubicBezTo>
                    <a:cubicBezTo>
                      <a:pt x="36" y="295"/>
                      <a:pt x="84" y="319"/>
                      <a:pt x="144" y="319"/>
                    </a:cubicBezTo>
                    <a:cubicBezTo>
                      <a:pt x="155" y="319"/>
                      <a:pt x="167" y="319"/>
                      <a:pt x="179" y="307"/>
                    </a:cubicBezTo>
                    <a:lnTo>
                      <a:pt x="346" y="236"/>
                    </a:lnTo>
                    <a:cubicBezTo>
                      <a:pt x="405" y="200"/>
                      <a:pt x="429" y="128"/>
                      <a:pt x="417" y="69"/>
                    </a:cubicBezTo>
                    <a:cubicBezTo>
                      <a:pt x="409" y="25"/>
                      <a:pt x="367" y="0"/>
                      <a:pt x="317"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grpSp>
        <p:grpSp>
          <p:nvGrpSpPr>
            <p:cNvPr id="28" name="Google Shape;1043;p55"/>
            <p:cNvGrpSpPr/>
            <p:nvPr/>
          </p:nvGrpSpPr>
          <p:grpSpPr>
            <a:xfrm>
              <a:off x="5157968" y="2773662"/>
              <a:ext cx="238620" cy="202102"/>
              <a:chOff x="6671087" y="2009304"/>
              <a:chExt cx="332757" cy="281833"/>
            </a:xfrm>
          </p:grpSpPr>
          <p:sp>
            <p:nvSpPr>
              <p:cNvPr id="39" name="Google Shape;1044;p55"/>
              <p:cNvSpPr/>
              <p:nvPr/>
            </p:nvSpPr>
            <p:spPr>
              <a:xfrm>
                <a:off x="6671087" y="2023658"/>
                <a:ext cx="331993" cy="267478"/>
              </a:xfrm>
              <a:custGeom>
                <a:avLst/>
                <a:gdLst/>
                <a:ahLst/>
                <a:cxnLst/>
                <a:rect l="l" t="t" r="r" b="b"/>
                <a:pathLst>
                  <a:path w="10431" h="8404" extrusionOk="0">
                    <a:moveTo>
                      <a:pt x="6359" y="2272"/>
                    </a:moveTo>
                    <a:lnTo>
                      <a:pt x="7192" y="2546"/>
                    </a:lnTo>
                    <a:cubicBezTo>
                      <a:pt x="7203" y="2553"/>
                      <a:pt x="7215" y="2556"/>
                      <a:pt x="7228" y="2556"/>
                    </a:cubicBezTo>
                    <a:cubicBezTo>
                      <a:pt x="7261" y="2556"/>
                      <a:pt x="7298" y="2539"/>
                      <a:pt x="7323" y="2522"/>
                    </a:cubicBezTo>
                    <a:lnTo>
                      <a:pt x="7585" y="2332"/>
                    </a:lnTo>
                    <a:lnTo>
                      <a:pt x="9419" y="4725"/>
                    </a:lnTo>
                    <a:lnTo>
                      <a:pt x="9109" y="4951"/>
                    </a:lnTo>
                    <a:cubicBezTo>
                      <a:pt x="9097" y="4927"/>
                      <a:pt x="9061" y="4915"/>
                      <a:pt x="9050" y="4903"/>
                    </a:cubicBezTo>
                    <a:lnTo>
                      <a:pt x="5882" y="3177"/>
                    </a:lnTo>
                    <a:lnTo>
                      <a:pt x="6002" y="2987"/>
                    </a:lnTo>
                    <a:cubicBezTo>
                      <a:pt x="6049" y="2903"/>
                      <a:pt x="6025" y="2820"/>
                      <a:pt x="5954" y="2772"/>
                    </a:cubicBezTo>
                    <a:cubicBezTo>
                      <a:pt x="5929" y="2755"/>
                      <a:pt x="5900" y="2747"/>
                      <a:pt x="5873" y="2747"/>
                    </a:cubicBezTo>
                    <a:cubicBezTo>
                      <a:pt x="5822" y="2747"/>
                      <a:pt x="5775" y="2774"/>
                      <a:pt x="5752" y="2820"/>
                    </a:cubicBezTo>
                    <a:lnTo>
                      <a:pt x="5418" y="3356"/>
                    </a:lnTo>
                    <a:cubicBezTo>
                      <a:pt x="5406" y="3379"/>
                      <a:pt x="5382" y="3415"/>
                      <a:pt x="5382" y="3427"/>
                    </a:cubicBezTo>
                    <a:lnTo>
                      <a:pt x="5382" y="4725"/>
                    </a:lnTo>
                    <a:cubicBezTo>
                      <a:pt x="5382" y="4987"/>
                      <a:pt x="5168" y="5213"/>
                      <a:pt x="4894" y="5213"/>
                    </a:cubicBezTo>
                    <a:cubicBezTo>
                      <a:pt x="4632" y="5213"/>
                      <a:pt x="4406" y="4987"/>
                      <a:pt x="4406" y="4725"/>
                    </a:cubicBezTo>
                    <a:lnTo>
                      <a:pt x="4406" y="3439"/>
                    </a:lnTo>
                    <a:lnTo>
                      <a:pt x="4704" y="2272"/>
                    </a:lnTo>
                    <a:close/>
                    <a:moveTo>
                      <a:pt x="2692" y="1796"/>
                    </a:moveTo>
                    <a:lnTo>
                      <a:pt x="2930" y="1927"/>
                    </a:lnTo>
                    <a:lnTo>
                      <a:pt x="929" y="5392"/>
                    </a:lnTo>
                    <a:lnTo>
                      <a:pt x="691" y="5261"/>
                    </a:lnTo>
                    <a:lnTo>
                      <a:pt x="2692" y="1796"/>
                    </a:lnTo>
                    <a:close/>
                    <a:moveTo>
                      <a:pt x="3215" y="4844"/>
                    </a:moveTo>
                    <a:cubicBezTo>
                      <a:pt x="3323" y="4844"/>
                      <a:pt x="3406" y="4892"/>
                      <a:pt x="3489" y="4975"/>
                    </a:cubicBezTo>
                    <a:cubicBezTo>
                      <a:pt x="3608" y="5130"/>
                      <a:pt x="3561" y="5344"/>
                      <a:pt x="3406" y="5451"/>
                    </a:cubicBezTo>
                    <a:lnTo>
                      <a:pt x="2323" y="6213"/>
                    </a:lnTo>
                    <a:cubicBezTo>
                      <a:pt x="2266" y="6255"/>
                      <a:pt x="2199" y="6275"/>
                      <a:pt x="2131" y="6275"/>
                    </a:cubicBezTo>
                    <a:cubicBezTo>
                      <a:pt x="2027" y="6275"/>
                      <a:pt x="1923" y="6228"/>
                      <a:pt x="1858" y="6142"/>
                    </a:cubicBezTo>
                    <a:cubicBezTo>
                      <a:pt x="1763" y="5987"/>
                      <a:pt x="1787" y="5785"/>
                      <a:pt x="1942" y="5677"/>
                    </a:cubicBezTo>
                    <a:lnTo>
                      <a:pt x="3025" y="4903"/>
                    </a:lnTo>
                    <a:cubicBezTo>
                      <a:pt x="3085" y="4856"/>
                      <a:pt x="3156" y="4844"/>
                      <a:pt x="3215" y="4844"/>
                    </a:cubicBezTo>
                    <a:close/>
                    <a:moveTo>
                      <a:pt x="3811" y="5606"/>
                    </a:moveTo>
                    <a:cubicBezTo>
                      <a:pt x="3918" y="5606"/>
                      <a:pt x="4001" y="5665"/>
                      <a:pt x="4061" y="5737"/>
                    </a:cubicBezTo>
                    <a:cubicBezTo>
                      <a:pt x="4180" y="5880"/>
                      <a:pt x="4144" y="6106"/>
                      <a:pt x="3989" y="6213"/>
                    </a:cubicBezTo>
                    <a:lnTo>
                      <a:pt x="3156" y="6820"/>
                    </a:lnTo>
                    <a:cubicBezTo>
                      <a:pt x="3100" y="6863"/>
                      <a:pt x="3032" y="6883"/>
                      <a:pt x="2964" y="6883"/>
                    </a:cubicBezTo>
                    <a:cubicBezTo>
                      <a:pt x="2861" y="6883"/>
                      <a:pt x="2756" y="6835"/>
                      <a:pt x="2692" y="6749"/>
                    </a:cubicBezTo>
                    <a:cubicBezTo>
                      <a:pt x="2573" y="6594"/>
                      <a:pt x="2620" y="6380"/>
                      <a:pt x="2775" y="6273"/>
                    </a:cubicBezTo>
                    <a:lnTo>
                      <a:pt x="3573" y="5689"/>
                    </a:lnTo>
                    <a:cubicBezTo>
                      <a:pt x="3608" y="5677"/>
                      <a:pt x="3632" y="5642"/>
                      <a:pt x="3668" y="5630"/>
                    </a:cubicBezTo>
                    <a:cubicBezTo>
                      <a:pt x="3704" y="5618"/>
                      <a:pt x="3763" y="5606"/>
                      <a:pt x="3811" y="5606"/>
                    </a:cubicBezTo>
                    <a:close/>
                    <a:moveTo>
                      <a:pt x="4415" y="6386"/>
                    </a:moveTo>
                    <a:cubicBezTo>
                      <a:pt x="4516" y="6386"/>
                      <a:pt x="4617" y="6431"/>
                      <a:pt x="4680" y="6523"/>
                    </a:cubicBezTo>
                    <a:cubicBezTo>
                      <a:pt x="4799" y="6666"/>
                      <a:pt x="4751" y="6892"/>
                      <a:pt x="4597" y="6999"/>
                    </a:cubicBezTo>
                    <a:lnTo>
                      <a:pt x="4001" y="7416"/>
                    </a:lnTo>
                    <a:cubicBezTo>
                      <a:pt x="3946" y="7462"/>
                      <a:pt x="3883" y="7479"/>
                      <a:pt x="3814" y="7479"/>
                    </a:cubicBezTo>
                    <a:cubicBezTo>
                      <a:pt x="3793" y="7479"/>
                      <a:pt x="3773" y="7478"/>
                      <a:pt x="3751" y="7475"/>
                    </a:cubicBezTo>
                    <a:cubicBezTo>
                      <a:pt x="3668" y="7463"/>
                      <a:pt x="3585" y="7416"/>
                      <a:pt x="3525" y="7344"/>
                    </a:cubicBezTo>
                    <a:cubicBezTo>
                      <a:pt x="3430" y="7189"/>
                      <a:pt x="3454" y="6987"/>
                      <a:pt x="3608" y="6880"/>
                    </a:cubicBezTo>
                    <a:lnTo>
                      <a:pt x="4180" y="6463"/>
                    </a:lnTo>
                    <a:lnTo>
                      <a:pt x="4216" y="6451"/>
                    </a:lnTo>
                    <a:cubicBezTo>
                      <a:pt x="4274" y="6407"/>
                      <a:pt x="4344" y="6386"/>
                      <a:pt x="4415" y="6386"/>
                    </a:cubicBezTo>
                    <a:close/>
                    <a:moveTo>
                      <a:pt x="2894" y="2594"/>
                    </a:moveTo>
                    <a:lnTo>
                      <a:pt x="3168" y="2760"/>
                    </a:lnTo>
                    <a:cubicBezTo>
                      <a:pt x="3193" y="2769"/>
                      <a:pt x="3212" y="2777"/>
                      <a:pt x="3234" y="2777"/>
                    </a:cubicBezTo>
                    <a:cubicBezTo>
                      <a:pt x="3243" y="2777"/>
                      <a:pt x="3253" y="2776"/>
                      <a:pt x="3263" y="2772"/>
                    </a:cubicBezTo>
                    <a:lnTo>
                      <a:pt x="3977" y="2677"/>
                    </a:lnTo>
                    <a:lnTo>
                      <a:pt x="4239" y="2784"/>
                    </a:lnTo>
                    <a:lnTo>
                      <a:pt x="4097" y="3379"/>
                    </a:lnTo>
                    <a:lnTo>
                      <a:pt x="4097" y="3415"/>
                    </a:lnTo>
                    <a:lnTo>
                      <a:pt x="4097" y="4701"/>
                    </a:lnTo>
                    <a:cubicBezTo>
                      <a:pt x="4097" y="5154"/>
                      <a:pt x="4454" y="5511"/>
                      <a:pt x="4894" y="5511"/>
                    </a:cubicBezTo>
                    <a:cubicBezTo>
                      <a:pt x="5347" y="5511"/>
                      <a:pt x="5704" y="5154"/>
                      <a:pt x="5704" y="4701"/>
                    </a:cubicBezTo>
                    <a:lnTo>
                      <a:pt x="5704" y="3439"/>
                    </a:lnTo>
                    <a:lnTo>
                      <a:pt x="5728" y="3391"/>
                    </a:lnTo>
                    <a:lnTo>
                      <a:pt x="8919" y="5118"/>
                    </a:lnTo>
                    <a:cubicBezTo>
                      <a:pt x="9061" y="5261"/>
                      <a:pt x="9121" y="5463"/>
                      <a:pt x="9038" y="5630"/>
                    </a:cubicBezTo>
                    <a:cubicBezTo>
                      <a:pt x="8973" y="5742"/>
                      <a:pt x="8860" y="5806"/>
                      <a:pt x="8742" y="5806"/>
                    </a:cubicBezTo>
                    <a:cubicBezTo>
                      <a:pt x="8685" y="5806"/>
                      <a:pt x="8627" y="5792"/>
                      <a:pt x="8573" y="5761"/>
                    </a:cubicBezTo>
                    <a:lnTo>
                      <a:pt x="6799" y="4796"/>
                    </a:lnTo>
                    <a:cubicBezTo>
                      <a:pt x="6777" y="4781"/>
                      <a:pt x="6753" y="4775"/>
                      <a:pt x="6730" y="4775"/>
                    </a:cubicBezTo>
                    <a:cubicBezTo>
                      <a:pt x="6679" y="4775"/>
                      <a:pt x="6630" y="4807"/>
                      <a:pt x="6597" y="4856"/>
                    </a:cubicBezTo>
                    <a:cubicBezTo>
                      <a:pt x="6549" y="4927"/>
                      <a:pt x="6585" y="5023"/>
                      <a:pt x="6656" y="5058"/>
                    </a:cubicBezTo>
                    <a:lnTo>
                      <a:pt x="8133" y="5868"/>
                    </a:lnTo>
                    <a:cubicBezTo>
                      <a:pt x="8288" y="5951"/>
                      <a:pt x="8347" y="6166"/>
                      <a:pt x="8264" y="6332"/>
                    </a:cubicBezTo>
                    <a:cubicBezTo>
                      <a:pt x="8198" y="6439"/>
                      <a:pt x="8080" y="6501"/>
                      <a:pt x="7959" y="6501"/>
                    </a:cubicBezTo>
                    <a:cubicBezTo>
                      <a:pt x="7905" y="6501"/>
                      <a:pt x="7851" y="6489"/>
                      <a:pt x="7799" y="6463"/>
                    </a:cubicBezTo>
                    <a:lnTo>
                      <a:pt x="6299" y="5642"/>
                    </a:lnTo>
                    <a:cubicBezTo>
                      <a:pt x="6277" y="5627"/>
                      <a:pt x="6252" y="5620"/>
                      <a:pt x="6227" y="5620"/>
                    </a:cubicBezTo>
                    <a:cubicBezTo>
                      <a:pt x="6173" y="5620"/>
                      <a:pt x="6118" y="5652"/>
                      <a:pt x="6085" y="5701"/>
                    </a:cubicBezTo>
                    <a:cubicBezTo>
                      <a:pt x="6049" y="5773"/>
                      <a:pt x="6073" y="5868"/>
                      <a:pt x="6144" y="5916"/>
                    </a:cubicBezTo>
                    <a:lnTo>
                      <a:pt x="7371" y="6570"/>
                    </a:lnTo>
                    <a:cubicBezTo>
                      <a:pt x="7537" y="6654"/>
                      <a:pt x="7597" y="6868"/>
                      <a:pt x="7502" y="7023"/>
                    </a:cubicBezTo>
                    <a:cubicBezTo>
                      <a:pt x="7444" y="7139"/>
                      <a:pt x="7322" y="7203"/>
                      <a:pt x="7197" y="7203"/>
                    </a:cubicBezTo>
                    <a:cubicBezTo>
                      <a:pt x="7143" y="7203"/>
                      <a:pt x="7088" y="7191"/>
                      <a:pt x="7037" y="7166"/>
                    </a:cubicBezTo>
                    <a:lnTo>
                      <a:pt x="5775" y="6463"/>
                    </a:lnTo>
                    <a:cubicBezTo>
                      <a:pt x="5753" y="6448"/>
                      <a:pt x="5728" y="6442"/>
                      <a:pt x="5704" y="6442"/>
                    </a:cubicBezTo>
                    <a:cubicBezTo>
                      <a:pt x="5650" y="6442"/>
                      <a:pt x="5597" y="6474"/>
                      <a:pt x="5573" y="6523"/>
                    </a:cubicBezTo>
                    <a:cubicBezTo>
                      <a:pt x="5525" y="6594"/>
                      <a:pt x="5549" y="6689"/>
                      <a:pt x="5632" y="6725"/>
                    </a:cubicBezTo>
                    <a:lnTo>
                      <a:pt x="6609" y="7261"/>
                    </a:lnTo>
                    <a:cubicBezTo>
                      <a:pt x="6775" y="7356"/>
                      <a:pt x="6835" y="7559"/>
                      <a:pt x="6740" y="7725"/>
                    </a:cubicBezTo>
                    <a:cubicBezTo>
                      <a:pt x="6683" y="7838"/>
                      <a:pt x="6567" y="7902"/>
                      <a:pt x="6450" y="7902"/>
                    </a:cubicBezTo>
                    <a:cubicBezTo>
                      <a:pt x="6394" y="7902"/>
                      <a:pt x="6337" y="7887"/>
                      <a:pt x="6287" y="7856"/>
                    </a:cubicBezTo>
                    <a:lnTo>
                      <a:pt x="5597" y="7487"/>
                    </a:lnTo>
                    <a:cubicBezTo>
                      <a:pt x="5597" y="7344"/>
                      <a:pt x="5549" y="7201"/>
                      <a:pt x="5466" y="7082"/>
                    </a:cubicBezTo>
                    <a:cubicBezTo>
                      <a:pt x="5347" y="6939"/>
                      <a:pt x="5168" y="6844"/>
                      <a:pt x="4990" y="6832"/>
                    </a:cubicBezTo>
                    <a:cubicBezTo>
                      <a:pt x="4990" y="6820"/>
                      <a:pt x="4990" y="6808"/>
                      <a:pt x="5001" y="6785"/>
                    </a:cubicBezTo>
                    <a:cubicBezTo>
                      <a:pt x="5037" y="6606"/>
                      <a:pt x="4990" y="6451"/>
                      <a:pt x="4882" y="6308"/>
                    </a:cubicBezTo>
                    <a:cubicBezTo>
                      <a:pt x="4763" y="6166"/>
                      <a:pt x="4585" y="6070"/>
                      <a:pt x="4406" y="6058"/>
                    </a:cubicBezTo>
                    <a:cubicBezTo>
                      <a:pt x="4406" y="6046"/>
                      <a:pt x="4406" y="6035"/>
                      <a:pt x="4418" y="6011"/>
                    </a:cubicBezTo>
                    <a:cubicBezTo>
                      <a:pt x="4454" y="5832"/>
                      <a:pt x="4406" y="5677"/>
                      <a:pt x="4299" y="5535"/>
                    </a:cubicBezTo>
                    <a:cubicBezTo>
                      <a:pt x="4180" y="5392"/>
                      <a:pt x="4001" y="5296"/>
                      <a:pt x="3823" y="5284"/>
                    </a:cubicBezTo>
                    <a:cubicBezTo>
                      <a:pt x="3823" y="5273"/>
                      <a:pt x="3823" y="5261"/>
                      <a:pt x="3847" y="5237"/>
                    </a:cubicBezTo>
                    <a:cubicBezTo>
                      <a:pt x="3870" y="5058"/>
                      <a:pt x="3823" y="4903"/>
                      <a:pt x="3727" y="4761"/>
                    </a:cubicBezTo>
                    <a:cubicBezTo>
                      <a:pt x="3600" y="4597"/>
                      <a:pt x="3413" y="4515"/>
                      <a:pt x="3222" y="4515"/>
                    </a:cubicBezTo>
                    <a:cubicBezTo>
                      <a:pt x="3093" y="4515"/>
                      <a:pt x="2962" y="4553"/>
                      <a:pt x="2846" y="4630"/>
                    </a:cubicBezTo>
                    <a:lnTo>
                      <a:pt x="1775" y="5404"/>
                    </a:lnTo>
                    <a:lnTo>
                      <a:pt x="1382" y="5201"/>
                    </a:lnTo>
                    <a:lnTo>
                      <a:pt x="2894" y="2594"/>
                    </a:lnTo>
                    <a:close/>
                    <a:moveTo>
                      <a:pt x="5009" y="7159"/>
                    </a:moveTo>
                    <a:cubicBezTo>
                      <a:pt x="5109" y="7159"/>
                      <a:pt x="5207" y="7205"/>
                      <a:pt x="5263" y="7297"/>
                    </a:cubicBezTo>
                    <a:cubicBezTo>
                      <a:pt x="5311" y="7356"/>
                      <a:pt x="5347" y="7451"/>
                      <a:pt x="5335" y="7535"/>
                    </a:cubicBezTo>
                    <a:cubicBezTo>
                      <a:pt x="5311" y="7630"/>
                      <a:pt x="5263" y="7701"/>
                      <a:pt x="5192" y="7761"/>
                    </a:cubicBezTo>
                    <a:lnTo>
                      <a:pt x="4835" y="8011"/>
                    </a:lnTo>
                    <a:cubicBezTo>
                      <a:pt x="4778" y="8053"/>
                      <a:pt x="4711" y="8073"/>
                      <a:pt x="4643" y="8073"/>
                    </a:cubicBezTo>
                    <a:cubicBezTo>
                      <a:pt x="4539" y="8073"/>
                      <a:pt x="4435" y="8026"/>
                      <a:pt x="4370" y="7940"/>
                    </a:cubicBezTo>
                    <a:cubicBezTo>
                      <a:pt x="4275" y="7785"/>
                      <a:pt x="4299" y="7582"/>
                      <a:pt x="4454" y="7475"/>
                    </a:cubicBezTo>
                    <a:lnTo>
                      <a:pt x="4775" y="7237"/>
                    </a:lnTo>
                    <a:lnTo>
                      <a:pt x="4811" y="7225"/>
                    </a:lnTo>
                    <a:cubicBezTo>
                      <a:pt x="4869" y="7181"/>
                      <a:pt x="4940" y="7159"/>
                      <a:pt x="5009" y="7159"/>
                    </a:cubicBezTo>
                    <a:close/>
                    <a:moveTo>
                      <a:pt x="182" y="0"/>
                    </a:moveTo>
                    <a:cubicBezTo>
                      <a:pt x="131" y="0"/>
                      <a:pt x="81" y="32"/>
                      <a:pt x="48" y="81"/>
                    </a:cubicBezTo>
                    <a:cubicBezTo>
                      <a:pt x="1" y="153"/>
                      <a:pt x="25" y="248"/>
                      <a:pt x="108" y="284"/>
                    </a:cubicBezTo>
                    <a:lnTo>
                      <a:pt x="2430" y="1629"/>
                    </a:lnTo>
                    <a:lnTo>
                      <a:pt x="418" y="5094"/>
                    </a:lnTo>
                    <a:lnTo>
                      <a:pt x="251" y="5011"/>
                    </a:lnTo>
                    <a:cubicBezTo>
                      <a:pt x="226" y="4994"/>
                      <a:pt x="200" y="4986"/>
                      <a:pt x="175" y="4986"/>
                    </a:cubicBezTo>
                    <a:cubicBezTo>
                      <a:pt x="126" y="4986"/>
                      <a:pt x="80" y="5015"/>
                      <a:pt x="48" y="5070"/>
                    </a:cubicBezTo>
                    <a:cubicBezTo>
                      <a:pt x="1" y="5142"/>
                      <a:pt x="25" y="5225"/>
                      <a:pt x="108" y="5273"/>
                    </a:cubicBezTo>
                    <a:lnTo>
                      <a:pt x="906" y="5737"/>
                    </a:lnTo>
                    <a:cubicBezTo>
                      <a:pt x="932" y="5752"/>
                      <a:pt x="958" y="5759"/>
                      <a:pt x="983" y="5759"/>
                    </a:cubicBezTo>
                    <a:cubicBezTo>
                      <a:pt x="1038" y="5759"/>
                      <a:pt x="1087" y="5726"/>
                      <a:pt x="1120" y="5677"/>
                    </a:cubicBezTo>
                    <a:lnTo>
                      <a:pt x="1239" y="5463"/>
                    </a:lnTo>
                    <a:lnTo>
                      <a:pt x="1561" y="5642"/>
                    </a:lnTo>
                    <a:cubicBezTo>
                      <a:pt x="1465" y="5856"/>
                      <a:pt x="1465" y="6106"/>
                      <a:pt x="1608" y="6320"/>
                    </a:cubicBezTo>
                    <a:cubicBezTo>
                      <a:pt x="1727" y="6499"/>
                      <a:pt x="1942" y="6582"/>
                      <a:pt x="2132" y="6582"/>
                    </a:cubicBezTo>
                    <a:cubicBezTo>
                      <a:pt x="2192" y="6582"/>
                      <a:pt x="2263" y="6570"/>
                      <a:pt x="2323" y="6558"/>
                    </a:cubicBezTo>
                    <a:cubicBezTo>
                      <a:pt x="2323" y="6689"/>
                      <a:pt x="2370" y="6820"/>
                      <a:pt x="2442" y="6928"/>
                    </a:cubicBezTo>
                    <a:cubicBezTo>
                      <a:pt x="2561" y="7094"/>
                      <a:pt x="2751" y="7178"/>
                      <a:pt x="2965" y="7178"/>
                    </a:cubicBezTo>
                    <a:cubicBezTo>
                      <a:pt x="3025" y="7178"/>
                      <a:pt x="3096" y="7166"/>
                      <a:pt x="3156" y="7154"/>
                    </a:cubicBezTo>
                    <a:cubicBezTo>
                      <a:pt x="3156" y="7285"/>
                      <a:pt x="3204" y="7404"/>
                      <a:pt x="3275" y="7523"/>
                    </a:cubicBezTo>
                    <a:cubicBezTo>
                      <a:pt x="3382" y="7654"/>
                      <a:pt x="3525" y="7749"/>
                      <a:pt x="3692" y="7773"/>
                    </a:cubicBezTo>
                    <a:cubicBezTo>
                      <a:pt x="3716" y="7773"/>
                      <a:pt x="3763" y="7785"/>
                      <a:pt x="3799" y="7785"/>
                    </a:cubicBezTo>
                    <a:cubicBezTo>
                      <a:pt x="3858" y="7785"/>
                      <a:pt x="3930" y="7773"/>
                      <a:pt x="3989" y="7761"/>
                    </a:cubicBezTo>
                    <a:cubicBezTo>
                      <a:pt x="3989" y="7892"/>
                      <a:pt x="4037" y="8011"/>
                      <a:pt x="4108" y="8130"/>
                    </a:cubicBezTo>
                    <a:cubicBezTo>
                      <a:pt x="4216" y="8261"/>
                      <a:pt x="4358" y="8356"/>
                      <a:pt x="4525" y="8380"/>
                    </a:cubicBezTo>
                    <a:cubicBezTo>
                      <a:pt x="4549" y="8380"/>
                      <a:pt x="4597" y="8404"/>
                      <a:pt x="4632" y="8404"/>
                    </a:cubicBezTo>
                    <a:cubicBezTo>
                      <a:pt x="4763" y="8404"/>
                      <a:pt x="4894" y="8356"/>
                      <a:pt x="5001" y="8285"/>
                    </a:cubicBezTo>
                    <a:lnTo>
                      <a:pt x="5359" y="8023"/>
                    </a:lnTo>
                    <a:cubicBezTo>
                      <a:pt x="5430" y="7963"/>
                      <a:pt x="5490" y="7904"/>
                      <a:pt x="5537" y="7820"/>
                    </a:cubicBezTo>
                    <a:lnTo>
                      <a:pt x="6156" y="8166"/>
                    </a:lnTo>
                    <a:cubicBezTo>
                      <a:pt x="6252" y="8201"/>
                      <a:pt x="6359" y="8237"/>
                      <a:pt x="6478" y="8237"/>
                    </a:cubicBezTo>
                    <a:cubicBezTo>
                      <a:pt x="6537" y="8237"/>
                      <a:pt x="6597" y="8225"/>
                      <a:pt x="6656" y="8201"/>
                    </a:cubicBezTo>
                    <a:cubicBezTo>
                      <a:pt x="6811" y="8166"/>
                      <a:pt x="6954" y="8047"/>
                      <a:pt x="7037" y="7892"/>
                    </a:cubicBezTo>
                    <a:cubicBezTo>
                      <a:pt x="7097" y="7773"/>
                      <a:pt x="7133" y="7642"/>
                      <a:pt x="7109" y="7523"/>
                    </a:cubicBezTo>
                    <a:cubicBezTo>
                      <a:pt x="7156" y="7523"/>
                      <a:pt x="7192" y="7535"/>
                      <a:pt x="7228" y="7535"/>
                    </a:cubicBezTo>
                    <a:cubicBezTo>
                      <a:pt x="7454" y="7535"/>
                      <a:pt x="7680" y="7416"/>
                      <a:pt x="7799" y="7213"/>
                    </a:cubicBezTo>
                    <a:cubicBezTo>
                      <a:pt x="7859" y="7094"/>
                      <a:pt x="7883" y="6951"/>
                      <a:pt x="7871" y="6832"/>
                    </a:cubicBezTo>
                    <a:cubicBezTo>
                      <a:pt x="7918" y="6832"/>
                      <a:pt x="7942" y="6856"/>
                      <a:pt x="7990" y="6856"/>
                    </a:cubicBezTo>
                    <a:cubicBezTo>
                      <a:pt x="8216" y="6856"/>
                      <a:pt x="8442" y="6737"/>
                      <a:pt x="8561" y="6523"/>
                    </a:cubicBezTo>
                    <a:cubicBezTo>
                      <a:pt x="8621" y="6404"/>
                      <a:pt x="8645" y="6273"/>
                      <a:pt x="8633" y="6154"/>
                    </a:cubicBezTo>
                    <a:cubicBezTo>
                      <a:pt x="8680" y="6154"/>
                      <a:pt x="8704" y="6166"/>
                      <a:pt x="8752" y="6166"/>
                    </a:cubicBezTo>
                    <a:cubicBezTo>
                      <a:pt x="8811" y="6166"/>
                      <a:pt x="8871" y="6154"/>
                      <a:pt x="8930" y="6142"/>
                    </a:cubicBezTo>
                    <a:cubicBezTo>
                      <a:pt x="9097" y="6094"/>
                      <a:pt x="9228" y="5975"/>
                      <a:pt x="9311" y="5820"/>
                    </a:cubicBezTo>
                    <a:cubicBezTo>
                      <a:pt x="9407" y="5677"/>
                      <a:pt x="9419" y="5499"/>
                      <a:pt x="9359" y="5332"/>
                    </a:cubicBezTo>
                    <a:cubicBezTo>
                      <a:pt x="9347" y="5284"/>
                      <a:pt x="9335" y="5261"/>
                      <a:pt x="9311" y="5213"/>
                    </a:cubicBezTo>
                    <a:lnTo>
                      <a:pt x="9585" y="5023"/>
                    </a:lnTo>
                    <a:lnTo>
                      <a:pt x="9728" y="5201"/>
                    </a:lnTo>
                    <a:cubicBezTo>
                      <a:pt x="9756" y="5236"/>
                      <a:pt x="9804" y="5254"/>
                      <a:pt x="9853" y="5254"/>
                    </a:cubicBezTo>
                    <a:cubicBezTo>
                      <a:pt x="9889" y="5254"/>
                      <a:pt x="9925" y="5245"/>
                      <a:pt x="9954" y="5225"/>
                    </a:cubicBezTo>
                    <a:lnTo>
                      <a:pt x="10371" y="4903"/>
                    </a:lnTo>
                    <a:cubicBezTo>
                      <a:pt x="10431" y="4808"/>
                      <a:pt x="10431" y="4725"/>
                      <a:pt x="10395" y="4653"/>
                    </a:cubicBezTo>
                    <a:cubicBezTo>
                      <a:pt x="10350" y="4616"/>
                      <a:pt x="10300" y="4592"/>
                      <a:pt x="10254" y="4592"/>
                    </a:cubicBezTo>
                    <a:cubicBezTo>
                      <a:pt x="10228" y="4592"/>
                      <a:pt x="10202" y="4600"/>
                      <a:pt x="10181" y="4618"/>
                    </a:cubicBezTo>
                    <a:lnTo>
                      <a:pt x="9883" y="4856"/>
                    </a:lnTo>
                    <a:lnTo>
                      <a:pt x="7454" y="1689"/>
                    </a:lnTo>
                    <a:lnTo>
                      <a:pt x="8835" y="796"/>
                    </a:lnTo>
                    <a:cubicBezTo>
                      <a:pt x="8919" y="748"/>
                      <a:pt x="8930" y="665"/>
                      <a:pt x="8883" y="582"/>
                    </a:cubicBezTo>
                    <a:cubicBezTo>
                      <a:pt x="8854" y="539"/>
                      <a:pt x="8813" y="517"/>
                      <a:pt x="8769" y="517"/>
                    </a:cubicBezTo>
                    <a:cubicBezTo>
                      <a:pt x="8740" y="517"/>
                      <a:pt x="8709" y="527"/>
                      <a:pt x="8680" y="546"/>
                    </a:cubicBezTo>
                    <a:lnTo>
                      <a:pt x="7156" y="1522"/>
                    </a:lnTo>
                    <a:cubicBezTo>
                      <a:pt x="7085" y="1570"/>
                      <a:pt x="7073" y="1677"/>
                      <a:pt x="7109" y="1748"/>
                    </a:cubicBezTo>
                    <a:lnTo>
                      <a:pt x="7395" y="2106"/>
                    </a:lnTo>
                    <a:lnTo>
                      <a:pt x="7204" y="2248"/>
                    </a:lnTo>
                    <a:lnTo>
                      <a:pt x="6418" y="1998"/>
                    </a:lnTo>
                    <a:cubicBezTo>
                      <a:pt x="6406" y="1998"/>
                      <a:pt x="6383" y="1986"/>
                      <a:pt x="6371" y="1986"/>
                    </a:cubicBezTo>
                    <a:lnTo>
                      <a:pt x="4585" y="1986"/>
                    </a:lnTo>
                    <a:cubicBezTo>
                      <a:pt x="4513" y="1986"/>
                      <a:pt x="4454" y="2034"/>
                      <a:pt x="4442" y="2106"/>
                    </a:cubicBezTo>
                    <a:lnTo>
                      <a:pt x="4335" y="2510"/>
                    </a:lnTo>
                    <a:lnTo>
                      <a:pt x="4073" y="2403"/>
                    </a:lnTo>
                    <a:cubicBezTo>
                      <a:pt x="4049" y="2391"/>
                      <a:pt x="4037" y="2391"/>
                      <a:pt x="4001" y="2391"/>
                    </a:cubicBezTo>
                    <a:lnTo>
                      <a:pt x="3287" y="2475"/>
                    </a:lnTo>
                    <a:lnTo>
                      <a:pt x="3049" y="2344"/>
                    </a:lnTo>
                    <a:lnTo>
                      <a:pt x="3275" y="1939"/>
                    </a:lnTo>
                    <a:cubicBezTo>
                      <a:pt x="3323" y="1867"/>
                      <a:pt x="3287" y="1772"/>
                      <a:pt x="3215" y="1736"/>
                    </a:cubicBezTo>
                    <a:lnTo>
                      <a:pt x="251" y="22"/>
                    </a:lnTo>
                    <a:cubicBezTo>
                      <a:pt x="228" y="7"/>
                      <a:pt x="205" y="0"/>
                      <a:pt x="182" y="0"/>
                    </a:cubicBezTo>
                    <a:close/>
                  </a:path>
                </a:pathLst>
              </a:custGeom>
              <a:solidFill>
                <a:srgbClr val="2661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40" name="Google Shape;1045;p55"/>
              <p:cNvSpPr/>
              <p:nvPr/>
            </p:nvSpPr>
            <p:spPr>
              <a:xfrm>
                <a:off x="6965173" y="2009304"/>
                <a:ext cx="38670" cy="27181"/>
              </a:xfrm>
              <a:custGeom>
                <a:avLst/>
                <a:gdLst/>
                <a:ahLst/>
                <a:cxnLst/>
                <a:rect l="l" t="t" r="r" b="b"/>
                <a:pathLst>
                  <a:path w="1215" h="854" extrusionOk="0">
                    <a:moveTo>
                      <a:pt x="1023" y="1"/>
                    </a:moveTo>
                    <a:cubicBezTo>
                      <a:pt x="995" y="1"/>
                      <a:pt x="966" y="8"/>
                      <a:pt x="941" y="20"/>
                    </a:cubicBezTo>
                    <a:lnTo>
                      <a:pt x="95" y="580"/>
                    </a:lnTo>
                    <a:cubicBezTo>
                      <a:pt x="12" y="616"/>
                      <a:pt x="0" y="711"/>
                      <a:pt x="48" y="782"/>
                    </a:cubicBezTo>
                    <a:cubicBezTo>
                      <a:pt x="83" y="830"/>
                      <a:pt x="119" y="854"/>
                      <a:pt x="179" y="854"/>
                    </a:cubicBezTo>
                    <a:cubicBezTo>
                      <a:pt x="214" y="854"/>
                      <a:pt x="238" y="842"/>
                      <a:pt x="274" y="830"/>
                    </a:cubicBezTo>
                    <a:lnTo>
                      <a:pt x="1119" y="282"/>
                    </a:lnTo>
                    <a:cubicBezTo>
                      <a:pt x="1179" y="235"/>
                      <a:pt x="1214" y="140"/>
                      <a:pt x="1155" y="68"/>
                    </a:cubicBezTo>
                    <a:cubicBezTo>
                      <a:pt x="1124" y="22"/>
                      <a:pt x="1074" y="1"/>
                      <a:pt x="1023"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grpSp>
        <p:grpSp>
          <p:nvGrpSpPr>
            <p:cNvPr id="29" name="Google Shape;1046;p55"/>
            <p:cNvGrpSpPr/>
            <p:nvPr/>
          </p:nvGrpSpPr>
          <p:grpSpPr>
            <a:xfrm>
              <a:off x="5191667" y="4139976"/>
              <a:ext cx="171222" cy="266647"/>
              <a:chOff x="2722090" y="2890162"/>
              <a:chExt cx="238770" cy="371841"/>
            </a:xfrm>
          </p:grpSpPr>
          <p:sp>
            <p:nvSpPr>
              <p:cNvPr id="33" name="Google Shape;1047;p55"/>
              <p:cNvSpPr/>
              <p:nvPr/>
            </p:nvSpPr>
            <p:spPr>
              <a:xfrm>
                <a:off x="2722090" y="2890162"/>
                <a:ext cx="238770" cy="371841"/>
              </a:xfrm>
              <a:custGeom>
                <a:avLst/>
                <a:gdLst/>
                <a:ahLst/>
                <a:cxnLst/>
                <a:rect l="l" t="t" r="r" b="b"/>
                <a:pathLst>
                  <a:path w="7502" h="11683" extrusionOk="0">
                    <a:moveTo>
                      <a:pt x="3835" y="372"/>
                    </a:moveTo>
                    <a:lnTo>
                      <a:pt x="3966" y="419"/>
                    </a:lnTo>
                    <a:cubicBezTo>
                      <a:pt x="4132" y="491"/>
                      <a:pt x="4251" y="634"/>
                      <a:pt x="4347" y="848"/>
                    </a:cubicBezTo>
                    <a:cubicBezTo>
                      <a:pt x="4168" y="812"/>
                      <a:pt x="4001" y="788"/>
                      <a:pt x="3835" y="777"/>
                    </a:cubicBezTo>
                    <a:lnTo>
                      <a:pt x="3835" y="372"/>
                    </a:lnTo>
                    <a:close/>
                    <a:moveTo>
                      <a:pt x="6609" y="9135"/>
                    </a:moveTo>
                    <a:cubicBezTo>
                      <a:pt x="6716" y="9135"/>
                      <a:pt x="6799" y="9230"/>
                      <a:pt x="6799" y="9337"/>
                    </a:cubicBezTo>
                    <a:lnTo>
                      <a:pt x="6799" y="9528"/>
                    </a:lnTo>
                    <a:lnTo>
                      <a:pt x="6609" y="9528"/>
                    </a:lnTo>
                    <a:cubicBezTo>
                      <a:pt x="6513" y="9528"/>
                      <a:pt x="6442" y="9599"/>
                      <a:pt x="6442" y="9694"/>
                    </a:cubicBezTo>
                    <a:cubicBezTo>
                      <a:pt x="6442" y="9778"/>
                      <a:pt x="6513" y="9849"/>
                      <a:pt x="6609" y="9849"/>
                    </a:cubicBezTo>
                    <a:lnTo>
                      <a:pt x="6978" y="9849"/>
                    </a:lnTo>
                    <a:cubicBezTo>
                      <a:pt x="7085" y="9849"/>
                      <a:pt x="7168" y="9944"/>
                      <a:pt x="7168" y="10040"/>
                    </a:cubicBezTo>
                    <a:lnTo>
                      <a:pt x="7168" y="11147"/>
                    </a:lnTo>
                    <a:cubicBezTo>
                      <a:pt x="7156" y="11266"/>
                      <a:pt x="7073" y="11361"/>
                      <a:pt x="6966" y="11361"/>
                    </a:cubicBezTo>
                    <a:lnTo>
                      <a:pt x="1477" y="11361"/>
                    </a:lnTo>
                    <a:cubicBezTo>
                      <a:pt x="1370" y="11361"/>
                      <a:pt x="1275" y="11266"/>
                      <a:pt x="1275" y="11159"/>
                    </a:cubicBezTo>
                    <a:lnTo>
                      <a:pt x="1275" y="10063"/>
                    </a:lnTo>
                    <a:cubicBezTo>
                      <a:pt x="1275" y="9956"/>
                      <a:pt x="1370" y="9873"/>
                      <a:pt x="1477" y="9873"/>
                    </a:cubicBezTo>
                    <a:lnTo>
                      <a:pt x="5859" y="9873"/>
                    </a:lnTo>
                    <a:cubicBezTo>
                      <a:pt x="5954" y="9873"/>
                      <a:pt x="6025" y="9790"/>
                      <a:pt x="6025" y="9706"/>
                    </a:cubicBezTo>
                    <a:cubicBezTo>
                      <a:pt x="6025" y="9611"/>
                      <a:pt x="5954" y="9540"/>
                      <a:pt x="5859" y="9540"/>
                    </a:cubicBezTo>
                    <a:lnTo>
                      <a:pt x="1656" y="9540"/>
                    </a:lnTo>
                    <a:lnTo>
                      <a:pt x="1656" y="9337"/>
                    </a:lnTo>
                    <a:cubicBezTo>
                      <a:pt x="1656" y="9230"/>
                      <a:pt x="1739" y="9135"/>
                      <a:pt x="1846" y="9135"/>
                    </a:cubicBezTo>
                    <a:close/>
                    <a:moveTo>
                      <a:pt x="3739" y="1"/>
                    </a:moveTo>
                    <a:cubicBezTo>
                      <a:pt x="3703" y="1"/>
                      <a:pt x="3678" y="3"/>
                      <a:pt x="3668" y="3"/>
                    </a:cubicBezTo>
                    <a:cubicBezTo>
                      <a:pt x="3585" y="15"/>
                      <a:pt x="3513" y="74"/>
                      <a:pt x="3513" y="157"/>
                    </a:cubicBezTo>
                    <a:lnTo>
                      <a:pt x="3513" y="729"/>
                    </a:lnTo>
                    <a:cubicBezTo>
                      <a:pt x="3438" y="725"/>
                      <a:pt x="3373" y="724"/>
                      <a:pt x="3319" y="724"/>
                    </a:cubicBezTo>
                    <a:cubicBezTo>
                      <a:pt x="3210" y="724"/>
                      <a:pt x="3144" y="729"/>
                      <a:pt x="3120" y="729"/>
                    </a:cubicBezTo>
                    <a:cubicBezTo>
                      <a:pt x="3037" y="729"/>
                      <a:pt x="2954" y="812"/>
                      <a:pt x="2954" y="908"/>
                    </a:cubicBezTo>
                    <a:cubicBezTo>
                      <a:pt x="2954" y="991"/>
                      <a:pt x="3049" y="1074"/>
                      <a:pt x="3132" y="1074"/>
                    </a:cubicBezTo>
                    <a:cubicBezTo>
                      <a:pt x="3135" y="1074"/>
                      <a:pt x="3172" y="1073"/>
                      <a:pt x="3236" y="1073"/>
                    </a:cubicBezTo>
                    <a:cubicBezTo>
                      <a:pt x="3649" y="1073"/>
                      <a:pt x="5188" y="1135"/>
                      <a:pt x="6156" y="2062"/>
                    </a:cubicBezTo>
                    <a:cubicBezTo>
                      <a:pt x="6704" y="2586"/>
                      <a:pt x="6978" y="3301"/>
                      <a:pt x="6978" y="4194"/>
                    </a:cubicBezTo>
                    <a:cubicBezTo>
                      <a:pt x="6978" y="5158"/>
                      <a:pt x="6764" y="5753"/>
                      <a:pt x="6549" y="6408"/>
                    </a:cubicBezTo>
                    <a:cubicBezTo>
                      <a:pt x="6323" y="7063"/>
                      <a:pt x="6085" y="7742"/>
                      <a:pt x="6073" y="8778"/>
                    </a:cubicBezTo>
                    <a:lnTo>
                      <a:pt x="2120" y="8778"/>
                    </a:lnTo>
                    <a:cubicBezTo>
                      <a:pt x="2084" y="8694"/>
                      <a:pt x="2025" y="8492"/>
                      <a:pt x="2025" y="8218"/>
                    </a:cubicBezTo>
                    <a:cubicBezTo>
                      <a:pt x="2025" y="7766"/>
                      <a:pt x="2299" y="6730"/>
                      <a:pt x="4168" y="4860"/>
                    </a:cubicBezTo>
                    <a:cubicBezTo>
                      <a:pt x="4227" y="4801"/>
                      <a:pt x="4227" y="4729"/>
                      <a:pt x="4192" y="4658"/>
                    </a:cubicBezTo>
                    <a:cubicBezTo>
                      <a:pt x="4157" y="4606"/>
                      <a:pt x="4109" y="4573"/>
                      <a:pt x="4058" y="4573"/>
                    </a:cubicBezTo>
                    <a:cubicBezTo>
                      <a:pt x="4040" y="4573"/>
                      <a:pt x="4020" y="4577"/>
                      <a:pt x="4001" y="4587"/>
                    </a:cubicBezTo>
                    <a:cubicBezTo>
                      <a:pt x="4001" y="4587"/>
                      <a:pt x="3902" y="4611"/>
                      <a:pt x="3741" y="4611"/>
                    </a:cubicBezTo>
                    <a:cubicBezTo>
                      <a:pt x="3530" y="4611"/>
                      <a:pt x="3214" y="4569"/>
                      <a:pt x="2882" y="4372"/>
                    </a:cubicBezTo>
                    <a:cubicBezTo>
                      <a:pt x="2803" y="4328"/>
                      <a:pt x="2715" y="4306"/>
                      <a:pt x="2627" y="4306"/>
                    </a:cubicBezTo>
                    <a:cubicBezTo>
                      <a:pt x="2503" y="4306"/>
                      <a:pt x="2379" y="4348"/>
                      <a:pt x="2275" y="4432"/>
                    </a:cubicBezTo>
                    <a:cubicBezTo>
                      <a:pt x="2058" y="4611"/>
                      <a:pt x="1655" y="4842"/>
                      <a:pt x="1053" y="4842"/>
                    </a:cubicBezTo>
                    <a:cubicBezTo>
                      <a:pt x="895" y="4842"/>
                      <a:pt x="723" y="4826"/>
                      <a:pt x="537" y="4789"/>
                    </a:cubicBezTo>
                    <a:lnTo>
                      <a:pt x="382" y="4075"/>
                    </a:lnTo>
                    <a:lnTo>
                      <a:pt x="2156" y="2301"/>
                    </a:lnTo>
                    <a:cubicBezTo>
                      <a:pt x="2180" y="2277"/>
                      <a:pt x="2203" y="2229"/>
                      <a:pt x="2203" y="2193"/>
                    </a:cubicBezTo>
                    <a:lnTo>
                      <a:pt x="2203" y="1967"/>
                    </a:lnTo>
                    <a:cubicBezTo>
                      <a:pt x="2203" y="1860"/>
                      <a:pt x="2275" y="1789"/>
                      <a:pt x="2382" y="1777"/>
                    </a:cubicBezTo>
                    <a:cubicBezTo>
                      <a:pt x="2501" y="1764"/>
                      <a:pt x="2692" y="1750"/>
                      <a:pt x="2929" y="1750"/>
                    </a:cubicBezTo>
                    <a:cubicBezTo>
                      <a:pt x="3355" y="1750"/>
                      <a:pt x="3928" y="1796"/>
                      <a:pt x="4501" y="1979"/>
                    </a:cubicBezTo>
                    <a:cubicBezTo>
                      <a:pt x="4522" y="1987"/>
                      <a:pt x="4544" y="1991"/>
                      <a:pt x="4565" y="1991"/>
                    </a:cubicBezTo>
                    <a:cubicBezTo>
                      <a:pt x="4639" y="1991"/>
                      <a:pt x="4706" y="1943"/>
                      <a:pt x="4716" y="1860"/>
                    </a:cubicBezTo>
                    <a:cubicBezTo>
                      <a:pt x="4739" y="1777"/>
                      <a:pt x="4704" y="1670"/>
                      <a:pt x="4597" y="1658"/>
                    </a:cubicBezTo>
                    <a:cubicBezTo>
                      <a:pt x="3956" y="1457"/>
                      <a:pt x="3315" y="1408"/>
                      <a:pt x="2856" y="1408"/>
                    </a:cubicBezTo>
                    <a:cubicBezTo>
                      <a:pt x="2632" y="1408"/>
                      <a:pt x="2451" y="1420"/>
                      <a:pt x="2334" y="1431"/>
                    </a:cubicBezTo>
                    <a:cubicBezTo>
                      <a:pt x="2049" y="1455"/>
                      <a:pt x="1846" y="1681"/>
                      <a:pt x="1846" y="1967"/>
                    </a:cubicBezTo>
                    <a:lnTo>
                      <a:pt x="1846" y="2110"/>
                    </a:lnTo>
                    <a:lnTo>
                      <a:pt x="60" y="3896"/>
                    </a:lnTo>
                    <a:cubicBezTo>
                      <a:pt x="13" y="3944"/>
                      <a:pt x="1" y="4003"/>
                      <a:pt x="13" y="4051"/>
                    </a:cubicBezTo>
                    <a:lnTo>
                      <a:pt x="191" y="4956"/>
                    </a:lnTo>
                    <a:cubicBezTo>
                      <a:pt x="203" y="5015"/>
                      <a:pt x="251" y="5075"/>
                      <a:pt x="310" y="5087"/>
                    </a:cubicBezTo>
                    <a:cubicBezTo>
                      <a:pt x="569" y="5151"/>
                      <a:pt x="806" y="5178"/>
                      <a:pt x="1022" y="5178"/>
                    </a:cubicBezTo>
                    <a:cubicBezTo>
                      <a:pt x="1722" y="5178"/>
                      <a:pt x="2199" y="4897"/>
                      <a:pt x="2453" y="4706"/>
                    </a:cubicBezTo>
                    <a:cubicBezTo>
                      <a:pt x="2497" y="4669"/>
                      <a:pt x="2550" y="4655"/>
                      <a:pt x="2598" y="4655"/>
                    </a:cubicBezTo>
                    <a:cubicBezTo>
                      <a:pt x="2628" y="4655"/>
                      <a:pt x="2657" y="4661"/>
                      <a:pt x="2680" y="4670"/>
                    </a:cubicBezTo>
                    <a:cubicBezTo>
                      <a:pt x="3001" y="4872"/>
                      <a:pt x="3335" y="4932"/>
                      <a:pt x="3573" y="4944"/>
                    </a:cubicBezTo>
                    <a:cubicBezTo>
                      <a:pt x="1977" y="6611"/>
                      <a:pt x="1632" y="7635"/>
                      <a:pt x="1632" y="8218"/>
                    </a:cubicBezTo>
                    <a:cubicBezTo>
                      <a:pt x="1632" y="8456"/>
                      <a:pt x="1680" y="8647"/>
                      <a:pt x="1727" y="8778"/>
                    </a:cubicBezTo>
                    <a:cubicBezTo>
                      <a:pt x="1465" y="8825"/>
                      <a:pt x="1275" y="9051"/>
                      <a:pt x="1275" y="9313"/>
                    </a:cubicBezTo>
                    <a:lnTo>
                      <a:pt x="1275" y="9540"/>
                    </a:lnTo>
                    <a:cubicBezTo>
                      <a:pt x="1072" y="9611"/>
                      <a:pt x="906" y="9801"/>
                      <a:pt x="906" y="10040"/>
                    </a:cubicBezTo>
                    <a:lnTo>
                      <a:pt x="906" y="11147"/>
                    </a:lnTo>
                    <a:cubicBezTo>
                      <a:pt x="906" y="11445"/>
                      <a:pt x="1144" y="11683"/>
                      <a:pt x="1441" y="11683"/>
                    </a:cubicBezTo>
                    <a:lnTo>
                      <a:pt x="6930" y="11683"/>
                    </a:lnTo>
                    <a:cubicBezTo>
                      <a:pt x="7228" y="11683"/>
                      <a:pt x="7466" y="11445"/>
                      <a:pt x="7466" y="11147"/>
                    </a:cubicBezTo>
                    <a:lnTo>
                      <a:pt x="7466" y="10040"/>
                    </a:lnTo>
                    <a:cubicBezTo>
                      <a:pt x="7502" y="9825"/>
                      <a:pt x="7347" y="9611"/>
                      <a:pt x="7145" y="9551"/>
                    </a:cubicBezTo>
                    <a:lnTo>
                      <a:pt x="7145" y="9337"/>
                    </a:lnTo>
                    <a:cubicBezTo>
                      <a:pt x="7145" y="9039"/>
                      <a:pt x="6906" y="8801"/>
                      <a:pt x="6609" y="8801"/>
                    </a:cubicBezTo>
                    <a:lnTo>
                      <a:pt x="6418" y="8801"/>
                    </a:lnTo>
                    <a:cubicBezTo>
                      <a:pt x="6442" y="7801"/>
                      <a:pt x="6656" y="7158"/>
                      <a:pt x="6871" y="6527"/>
                    </a:cubicBezTo>
                    <a:cubicBezTo>
                      <a:pt x="7097" y="5896"/>
                      <a:pt x="7323" y="5229"/>
                      <a:pt x="7323" y="4206"/>
                    </a:cubicBezTo>
                    <a:cubicBezTo>
                      <a:pt x="7323" y="3229"/>
                      <a:pt x="7014" y="2420"/>
                      <a:pt x="6394" y="1824"/>
                    </a:cubicBezTo>
                    <a:cubicBezTo>
                      <a:pt x="5906" y="1372"/>
                      <a:pt x="5299" y="1098"/>
                      <a:pt x="4751" y="931"/>
                    </a:cubicBezTo>
                    <a:cubicBezTo>
                      <a:pt x="4632" y="431"/>
                      <a:pt x="4358" y="205"/>
                      <a:pt x="4156" y="98"/>
                    </a:cubicBezTo>
                    <a:cubicBezTo>
                      <a:pt x="3986" y="13"/>
                      <a:pt x="3828" y="1"/>
                      <a:pt x="3739" y="1"/>
                    </a:cubicBezTo>
                    <a:close/>
                  </a:path>
                </a:pathLst>
              </a:custGeom>
              <a:solidFill>
                <a:srgbClr val="2661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266196"/>
                  </a:solidFill>
                </a:endParaRPr>
              </a:p>
            </p:txBody>
          </p:sp>
          <p:sp>
            <p:nvSpPr>
              <p:cNvPr id="37" name="Google Shape;1048;p55"/>
              <p:cNvSpPr/>
              <p:nvPr/>
            </p:nvSpPr>
            <p:spPr>
              <a:xfrm>
                <a:off x="2882023" y="2951111"/>
                <a:ext cx="21993" cy="16837"/>
              </a:xfrm>
              <a:custGeom>
                <a:avLst/>
                <a:gdLst/>
                <a:ahLst/>
                <a:cxnLst/>
                <a:rect l="l" t="t" r="r" b="b"/>
                <a:pathLst>
                  <a:path w="691" h="529" extrusionOk="0">
                    <a:moveTo>
                      <a:pt x="202" y="0"/>
                    </a:moveTo>
                    <a:cubicBezTo>
                      <a:pt x="138" y="0"/>
                      <a:pt x="81" y="30"/>
                      <a:pt x="48" y="88"/>
                    </a:cubicBezTo>
                    <a:cubicBezTo>
                      <a:pt x="0" y="183"/>
                      <a:pt x="36" y="290"/>
                      <a:pt x="119" y="338"/>
                    </a:cubicBezTo>
                    <a:cubicBezTo>
                      <a:pt x="215" y="374"/>
                      <a:pt x="298" y="433"/>
                      <a:pt x="393" y="493"/>
                    </a:cubicBezTo>
                    <a:cubicBezTo>
                      <a:pt x="417" y="517"/>
                      <a:pt x="453" y="528"/>
                      <a:pt x="476" y="528"/>
                    </a:cubicBezTo>
                    <a:cubicBezTo>
                      <a:pt x="536" y="528"/>
                      <a:pt x="584" y="493"/>
                      <a:pt x="631" y="457"/>
                    </a:cubicBezTo>
                    <a:cubicBezTo>
                      <a:pt x="691" y="362"/>
                      <a:pt x="655" y="255"/>
                      <a:pt x="584" y="195"/>
                    </a:cubicBezTo>
                    <a:cubicBezTo>
                      <a:pt x="488" y="136"/>
                      <a:pt x="393" y="76"/>
                      <a:pt x="286" y="16"/>
                    </a:cubicBezTo>
                    <a:cubicBezTo>
                      <a:pt x="257" y="6"/>
                      <a:pt x="229" y="0"/>
                      <a:pt x="202"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38" name="Google Shape;1049;p55"/>
              <p:cNvSpPr/>
              <p:nvPr/>
            </p:nvSpPr>
            <p:spPr>
              <a:xfrm>
                <a:off x="2804332" y="2960341"/>
                <a:ext cx="11012" cy="15946"/>
              </a:xfrm>
              <a:custGeom>
                <a:avLst/>
                <a:gdLst/>
                <a:ahLst/>
                <a:cxnLst/>
                <a:rect l="l" t="t" r="r" b="b"/>
                <a:pathLst>
                  <a:path w="346" h="501" extrusionOk="0">
                    <a:moveTo>
                      <a:pt x="167" y="0"/>
                    </a:moveTo>
                    <a:cubicBezTo>
                      <a:pt x="84" y="0"/>
                      <a:pt x="0" y="72"/>
                      <a:pt x="0" y="167"/>
                    </a:cubicBezTo>
                    <a:lnTo>
                      <a:pt x="0" y="346"/>
                    </a:lnTo>
                    <a:cubicBezTo>
                      <a:pt x="0" y="429"/>
                      <a:pt x="84" y="500"/>
                      <a:pt x="167" y="500"/>
                    </a:cubicBezTo>
                    <a:cubicBezTo>
                      <a:pt x="262" y="500"/>
                      <a:pt x="334" y="429"/>
                      <a:pt x="334" y="346"/>
                    </a:cubicBezTo>
                    <a:lnTo>
                      <a:pt x="334" y="167"/>
                    </a:lnTo>
                    <a:cubicBezTo>
                      <a:pt x="346" y="72"/>
                      <a:pt x="274" y="0"/>
                      <a:pt x="167"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grpSp>
        <p:grpSp>
          <p:nvGrpSpPr>
            <p:cNvPr id="30" name="Google Shape;1050;p55"/>
            <p:cNvGrpSpPr/>
            <p:nvPr/>
          </p:nvGrpSpPr>
          <p:grpSpPr>
            <a:xfrm>
              <a:off x="7269299" y="4146388"/>
              <a:ext cx="210615" cy="253820"/>
              <a:chOff x="4019984" y="3805393"/>
              <a:chExt cx="293704" cy="353954"/>
            </a:xfrm>
          </p:grpSpPr>
          <p:sp>
            <p:nvSpPr>
              <p:cNvPr id="31" name="Google Shape;1051;p55"/>
              <p:cNvSpPr/>
              <p:nvPr/>
            </p:nvSpPr>
            <p:spPr>
              <a:xfrm>
                <a:off x="4019984" y="3805393"/>
                <a:ext cx="293704" cy="353954"/>
              </a:xfrm>
              <a:custGeom>
                <a:avLst/>
                <a:gdLst/>
                <a:ahLst/>
                <a:cxnLst/>
                <a:rect l="l" t="t" r="r" b="b"/>
                <a:pathLst>
                  <a:path w="9228" h="11121" extrusionOk="0">
                    <a:moveTo>
                      <a:pt x="477" y="1084"/>
                    </a:moveTo>
                    <a:cubicBezTo>
                      <a:pt x="727" y="1084"/>
                      <a:pt x="977" y="1215"/>
                      <a:pt x="1108" y="1429"/>
                    </a:cubicBezTo>
                    <a:lnTo>
                      <a:pt x="1251" y="1608"/>
                    </a:lnTo>
                    <a:cubicBezTo>
                      <a:pt x="1382" y="1798"/>
                      <a:pt x="1608" y="1917"/>
                      <a:pt x="1822" y="1917"/>
                    </a:cubicBezTo>
                    <a:lnTo>
                      <a:pt x="1822" y="2620"/>
                    </a:lnTo>
                    <a:cubicBezTo>
                      <a:pt x="1822" y="3120"/>
                      <a:pt x="1906" y="3596"/>
                      <a:pt x="2049" y="4072"/>
                    </a:cubicBezTo>
                    <a:cubicBezTo>
                      <a:pt x="1918" y="4001"/>
                      <a:pt x="1775" y="3929"/>
                      <a:pt x="1620" y="3870"/>
                    </a:cubicBezTo>
                    <a:cubicBezTo>
                      <a:pt x="1298" y="3739"/>
                      <a:pt x="965" y="3596"/>
                      <a:pt x="727" y="3334"/>
                    </a:cubicBezTo>
                    <a:cubicBezTo>
                      <a:pt x="441" y="3024"/>
                      <a:pt x="310" y="2560"/>
                      <a:pt x="310" y="1929"/>
                    </a:cubicBezTo>
                    <a:lnTo>
                      <a:pt x="310" y="1250"/>
                    </a:lnTo>
                    <a:cubicBezTo>
                      <a:pt x="310" y="1203"/>
                      <a:pt x="322" y="1155"/>
                      <a:pt x="358" y="1131"/>
                    </a:cubicBezTo>
                    <a:cubicBezTo>
                      <a:pt x="382" y="1096"/>
                      <a:pt x="429" y="1084"/>
                      <a:pt x="477" y="1084"/>
                    </a:cubicBezTo>
                    <a:close/>
                    <a:moveTo>
                      <a:pt x="8704" y="1084"/>
                    </a:moveTo>
                    <a:cubicBezTo>
                      <a:pt x="8752" y="1084"/>
                      <a:pt x="8799" y="1096"/>
                      <a:pt x="8823" y="1131"/>
                    </a:cubicBezTo>
                    <a:cubicBezTo>
                      <a:pt x="8847" y="1155"/>
                      <a:pt x="8871" y="1203"/>
                      <a:pt x="8871" y="1250"/>
                    </a:cubicBezTo>
                    <a:lnTo>
                      <a:pt x="8871" y="1929"/>
                    </a:lnTo>
                    <a:lnTo>
                      <a:pt x="8883" y="1929"/>
                    </a:lnTo>
                    <a:cubicBezTo>
                      <a:pt x="8883" y="2572"/>
                      <a:pt x="8752" y="3036"/>
                      <a:pt x="8466" y="3334"/>
                    </a:cubicBezTo>
                    <a:cubicBezTo>
                      <a:pt x="8228" y="3596"/>
                      <a:pt x="7883" y="3739"/>
                      <a:pt x="7573" y="3870"/>
                    </a:cubicBezTo>
                    <a:cubicBezTo>
                      <a:pt x="7430" y="3929"/>
                      <a:pt x="7263" y="3989"/>
                      <a:pt x="7133" y="4072"/>
                    </a:cubicBezTo>
                    <a:cubicBezTo>
                      <a:pt x="7275" y="3620"/>
                      <a:pt x="7347" y="3120"/>
                      <a:pt x="7347" y="2620"/>
                    </a:cubicBezTo>
                    <a:lnTo>
                      <a:pt x="7347" y="1917"/>
                    </a:lnTo>
                    <a:cubicBezTo>
                      <a:pt x="7585" y="1917"/>
                      <a:pt x="7799" y="1798"/>
                      <a:pt x="7930" y="1608"/>
                    </a:cubicBezTo>
                    <a:lnTo>
                      <a:pt x="8061" y="1429"/>
                    </a:lnTo>
                    <a:cubicBezTo>
                      <a:pt x="8216" y="1215"/>
                      <a:pt x="8454" y="1084"/>
                      <a:pt x="8704" y="1084"/>
                    </a:cubicBezTo>
                    <a:close/>
                    <a:moveTo>
                      <a:pt x="7347" y="345"/>
                    </a:moveTo>
                    <a:lnTo>
                      <a:pt x="7347" y="726"/>
                    </a:lnTo>
                    <a:lnTo>
                      <a:pt x="5954" y="726"/>
                    </a:lnTo>
                    <a:cubicBezTo>
                      <a:pt x="5859" y="726"/>
                      <a:pt x="5787" y="798"/>
                      <a:pt x="5787" y="893"/>
                    </a:cubicBezTo>
                    <a:cubicBezTo>
                      <a:pt x="5787" y="976"/>
                      <a:pt x="5859" y="1060"/>
                      <a:pt x="5954" y="1060"/>
                    </a:cubicBezTo>
                    <a:lnTo>
                      <a:pt x="7013" y="1060"/>
                    </a:lnTo>
                    <a:lnTo>
                      <a:pt x="7013" y="2620"/>
                    </a:lnTo>
                    <a:cubicBezTo>
                      <a:pt x="7037" y="4036"/>
                      <a:pt x="6359" y="5382"/>
                      <a:pt x="5204" y="6239"/>
                    </a:cubicBezTo>
                    <a:lnTo>
                      <a:pt x="5085" y="6322"/>
                    </a:lnTo>
                    <a:cubicBezTo>
                      <a:pt x="5061" y="6322"/>
                      <a:pt x="5025" y="6310"/>
                      <a:pt x="5001" y="6310"/>
                    </a:cubicBezTo>
                    <a:lnTo>
                      <a:pt x="4192" y="6310"/>
                    </a:lnTo>
                    <a:cubicBezTo>
                      <a:pt x="4168" y="6310"/>
                      <a:pt x="4132" y="6310"/>
                      <a:pt x="4108" y="6322"/>
                    </a:cubicBezTo>
                    <a:lnTo>
                      <a:pt x="3989" y="6239"/>
                    </a:lnTo>
                    <a:cubicBezTo>
                      <a:pt x="2846" y="5382"/>
                      <a:pt x="2156" y="4048"/>
                      <a:pt x="2156" y="2620"/>
                    </a:cubicBezTo>
                    <a:lnTo>
                      <a:pt x="2156" y="1060"/>
                    </a:lnTo>
                    <a:lnTo>
                      <a:pt x="5204" y="1060"/>
                    </a:lnTo>
                    <a:cubicBezTo>
                      <a:pt x="5299" y="1060"/>
                      <a:pt x="5370" y="976"/>
                      <a:pt x="5370" y="893"/>
                    </a:cubicBezTo>
                    <a:cubicBezTo>
                      <a:pt x="5370" y="798"/>
                      <a:pt x="5299" y="726"/>
                      <a:pt x="5204" y="726"/>
                    </a:cubicBezTo>
                    <a:lnTo>
                      <a:pt x="1810" y="726"/>
                    </a:lnTo>
                    <a:lnTo>
                      <a:pt x="1810" y="345"/>
                    </a:lnTo>
                    <a:close/>
                    <a:moveTo>
                      <a:pt x="5001" y="6632"/>
                    </a:moveTo>
                    <a:cubicBezTo>
                      <a:pt x="5061" y="6632"/>
                      <a:pt x="5108" y="6680"/>
                      <a:pt x="5108" y="6739"/>
                    </a:cubicBezTo>
                    <a:lnTo>
                      <a:pt x="5108" y="6858"/>
                    </a:lnTo>
                    <a:cubicBezTo>
                      <a:pt x="5108" y="6918"/>
                      <a:pt x="5061" y="6965"/>
                      <a:pt x="5001" y="6965"/>
                    </a:cubicBezTo>
                    <a:lnTo>
                      <a:pt x="4192" y="6965"/>
                    </a:lnTo>
                    <a:cubicBezTo>
                      <a:pt x="4132" y="6965"/>
                      <a:pt x="4085" y="6918"/>
                      <a:pt x="4085" y="6858"/>
                    </a:cubicBezTo>
                    <a:lnTo>
                      <a:pt x="4085" y="6739"/>
                    </a:lnTo>
                    <a:cubicBezTo>
                      <a:pt x="4085" y="6680"/>
                      <a:pt x="4132" y="6632"/>
                      <a:pt x="4192" y="6632"/>
                    </a:cubicBezTo>
                    <a:close/>
                    <a:moveTo>
                      <a:pt x="4787" y="7287"/>
                    </a:moveTo>
                    <a:lnTo>
                      <a:pt x="4787" y="8882"/>
                    </a:lnTo>
                    <a:lnTo>
                      <a:pt x="4406" y="8882"/>
                    </a:lnTo>
                    <a:lnTo>
                      <a:pt x="4406" y="7287"/>
                    </a:lnTo>
                    <a:close/>
                    <a:moveTo>
                      <a:pt x="5609" y="9216"/>
                    </a:moveTo>
                    <a:cubicBezTo>
                      <a:pt x="5728" y="9216"/>
                      <a:pt x="5823" y="9299"/>
                      <a:pt x="5823" y="9418"/>
                    </a:cubicBezTo>
                    <a:lnTo>
                      <a:pt x="5823" y="9609"/>
                    </a:lnTo>
                    <a:lnTo>
                      <a:pt x="4370" y="9609"/>
                    </a:lnTo>
                    <a:cubicBezTo>
                      <a:pt x="4287" y="9609"/>
                      <a:pt x="4204" y="9680"/>
                      <a:pt x="4204" y="9775"/>
                    </a:cubicBezTo>
                    <a:cubicBezTo>
                      <a:pt x="4204" y="9870"/>
                      <a:pt x="4287" y="9942"/>
                      <a:pt x="4370" y="9942"/>
                    </a:cubicBezTo>
                    <a:lnTo>
                      <a:pt x="6585" y="9942"/>
                    </a:lnTo>
                    <a:cubicBezTo>
                      <a:pt x="6609" y="9942"/>
                      <a:pt x="6621" y="9954"/>
                      <a:pt x="6632" y="9966"/>
                    </a:cubicBezTo>
                    <a:lnTo>
                      <a:pt x="6787" y="10763"/>
                    </a:lnTo>
                    <a:cubicBezTo>
                      <a:pt x="6787" y="10775"/>
                      <a:pt x="6787" y="10787"/>
                      <a:pt x="6763" y="10787"/>
                    </a:cubicBezTo>
                    <a:cubicBezTo>
                      <a:pt x="6763" y="10787"/>
                      <a:pt x="6752" y="10799"/>
                      <a:pt x="6740" y="10799"/>
                    </a:cubicBezTo>
                    <a:lnTo>
                      <a:pt x="2453" y="10799"/>
                    </a:lnTo>
                    <a:cubicBezTo>
                      <a:pt x="2441" y="10799"/>
                      <a:pt x="2418" y="10787"/>
                      <a:pt x="2418" y="10787"/>
                    </a:cubicBezTo>
                    <a:cubicBezTo>
                      <a:pt x="2418" y="10787"/>
                      <a:pt x="2406" y="10775"/>
                      <a:pt x="2406" y="10763"/>
                    </a:cubicBezTo>
                    <a:lnTo>
                      <a:pt x="2561" y="9966"/>
                    </a:lnTo>
                    <a:cubicBezTo>
                      <a:pt x="2561" y="9954"/>
                      <a:pt x="2572" y="9942"/>
                      <a:pt x="2596" y="9942"/>
                    </a:cubicBezTo>
                    <a:lnTo>
                      <a:pt x="3596" y="9942"/>
                    </a:lnTo>
                    <a:cubicBezTo>
                      <a:pt x="3692" y="9942"/>
                      <a:pt x="3763" y="9870"/>
                      <a:pt x="3763" y="9775"/>
                    </a:cubicBezTo>
                    <a:cubicBezTo>
                      <a:pt x="3763" y="9680"/>
                      <a:pt x="3692" y="9609"/>
                      <a:pt x="3596" y="9609"/>
                    </a:cubicBezTo>
                    <a:lnTo>
                      <a:pt x="3370" y="9609"/>
                    </a:lnTo>
                    <a:lnTo>
                      <a:pt x="3370" y="9418"/>
                    </a:lnTo>
                    <a:cubicBezTo>
                      <a:pt x="3370" y="9299"/>
                      <a:pt x="3465" y="9216"/>
                      <a:pt x="3584" y="9216"/>
                    </a:cubicBezTo>
                    <a:close/>
                    <a:moveTo>
                      <a:pt x="1810" y="0"/>
                    </a:moveTo>
                    <a:cubicBezTo>
                      <a:pt x="1656" y="0"/>
                      <a:pt x="1501" y="131"/>
                      <a:pt x="1501" y="310"/>
                    </a:cubicBezTo>
                    <a:lnTo>
                      <a:pt x="1501" y="726"/>
                    </a:lnTo>
                    <a:cubicBezTo>
                      <a:pt x="1501" y="893"/>
                      <a:pt x="1632" y="1036"/>
                      <a:pt x="1810" y="1036"/>
                    </a:cubicBezTo>
                    <a:lnTo>
                      <a:pt x="1846" y="1036"/>
                    </a:lnTo>
                    <a:lnTo>
                      <a:pt x="1846" y="1572"/>
                    </a:lnTo>
                    <a:cubicBezTo>
                      <a:pt x="1727" y="1572"/>
                      <a:pt x="1608" y="1512"/>
                      <a:pt x="1537" y="1417"/>
                    </a:cubicBezTo>
                    <a:lnTo>
                      <a:pt x="1394" y="1238"/>
                    </a:lnTo>
                    <a:cubicBezTo>
                      <a:pt x="1191" y="941"/>
                      <a:pt x="846" y="762"/>
                      <a:pt x="489" y="762"/>
                    </a:cubicBezTo>
                    <a:cubicBezTo>
                      <a:pt x="358" y="762"/>
                      <a:pt x="239" y="798"/>
                      <a:pt x="144" y="905"/>
                    </a:cubicBezTo>
                    <a:cubicBezTo>
                      <a:pt x="60" y="1000"/>
                      <a:pt x="1" y="1131"/>
                      <a:pt x="1" y="1250"/>
                    </a:cubicBezTo>
                    <a:lnTo>
                      <a:pt x="1" y="1929"/>
                    </a:lnTo>
                    <a:cubicBezTo>
                      <a:pt x="1" y="3560"/>
                      <a:pt x="834" y="3894"/>
                      <a:pt x="1501" y="4179"/>
                    </a:cubicBezTo>
                    <a:cubicBezTo>
                      <a:pt x="1870" y="4334"/>
                      <a:pt x="2203" y="4465"/>
                      <a:pt x="2370" y="4786"/>
                    </a:cubicBezTo>
                    <a:cubicBezTo>
                      <a:pt x="2406" y="4882"/>
                      <a:pt x="2394" y="4965"/>
                      <a:pt x="2334" y="5025"/>
                    </a:cubicBezTo>
                    <a:cubicBezTo>
                      <a:pt x="2284" y="5092"/>
                      <a:pt x="2191" y="5124"/>
                      <a:pt x="2108" y="5124"/>
                    </a:cubicBezTo>
                    <a:cubicBezTo>
                      <a:pt x="2073" y="5124"/>
                      <a:pt x="2041" y="5118"/>
                      <a:pt x="2013" y="5108"/>
                    </a:cubicBezTo>
                    <a:cubicBezTo>
                      <a:pt x="1894" y="5060"/>
                      <a:pt x="1870" y="4906"/>
                      <a:pt x="1870" y="4786"/>
                    </a:cubicBezTo>
                    <a:cubicBezTo>
                      <a:pt x="1870" y="4703"/>
                      <a:pt x="1810" y="4632"/>
                      <a:pt x="1727" y="4632"/>
                    </a:cubicBezTo>
                    <a:cubicBezTo>
                      <a:pt x="1632" y="4632"/>
                      <a:pt x="1560" y="4691"/>
                      <a:pt x="1560" y="4775"/>
                    </a:cubicBezTo>
                    <a:cubicBezTo>
                      <a:pt x="1560" y="4929"/>
                      <a:pt x="1572" y="5263"/>
                      <a:pt x="1894" y="5406"/>
                    </a:cubicBezTo>
                    <a:cubicBezTo>
                      <a:pt x="1965" y="5429"/>
                      <a:pt x="2037" y="5441"/>
                      <a:pt x="2108" y="5441"/>
                    </a:cubicBezTo>
                    <a:cubicBezTo>
                      <a:pt x="2275" y="5441"/>
                      <a:pt x="2453" y="5370"/>
                      <a:pt x="2572" y="5251"/>
                    </a:cubicBezTo>
                    <a:cubicBezTo>
                      <a:pt x="2584" y="5239"/>
                      <a:pt x="2608" y="5227"/>
                      <a:pt x="2608" y="5203"/>
                    </a:cubicBezTo>
                    <a:cubicBezTo>
                      <a:pt x="2918" y="5703"/>
                      <a:pt x="3323" y="6144"/>
                      <a:pt x="3811" y="6489"/>
                    </a:cubicBezTo>
                    <a:lnTo>
                      <a:pt x="3834" y="6501"/>
                    </a:lnTo>
                    <a:cubicBezTo>
                      <a:pt x="3799" y="6561"/>
                      <a:pt x="3775" y="6656"/>
                      <a:pt x="3775" y="6727"/>
                    </a:cubicBezTo>
                    <a:lnTo>
                      <a:pt x="3775" y="6846"/>
                    </a:lnTo>
                    <a:cubicBezTo>
                      <a:pt x="3775" y="7037"/>
                      <a:pt x="3918" y="7215"/>
                      <a:pt x="4096" y="7263"/>
                    </a:cubicBezTo>
                    <a:lnTo>
                      <a:pt x="4096" y="8870"/>
                    </a:lnTo>
                    <a:lnTo>
                      <a:pt x="3596" y="8870"/>
                    </a:lnTo>
                    <a:cubicBezTo>
                      <a:pt x="3299" y="8870"/>
                      <a:pt x="3061" y="9108"/>
                      <a:pt x="3061" y="9406"/>
                    </a:cubicBezTo>
                    <a:lnTo>
                      <a:pt x="3061" y="9597"/>
                    </a:lnTo>
                    <a:lnTo>
                      <a:pt x="2620" y="9597"/>
                    </a:lnTo>
                    <a:cubicBezTo>
                      <a:pt x="2441" y="9597"/>
                      <a:pt x="2287" y="9716"/>
                      <a:pt x="2263" y="9894"/>
                    </a:cubicBezTo>
                    <a:lnTo>
                      <a:pt x="2108" y="10680"/>
                    </a:lnTo>
                    <a:cubicBezTo>
                      <a:pt x="2096" y="10787"/>
                      <a:pt x="2108" y="10906"/>
                      <a:pt x="2191" y="10978"/>
                    </a:cubicBezTo>
                    <a:cubicBezTo>
                      <a:pt x="2263" y="11073"/>
                      <a:pt x="2370" y="11121"/>
                      <a:pt x="2465" y="11121"/>
                    </a:cubicBezTo>
                    <a:lnTo>
                      <a:pt x="6752" y="11121"/>
                    </a:lnTo>
                    <a:cubicBezTo>
                      <a:pt x="6859" y="11121"/>
                      <a:pt x="6966" y="11073"/>
                      <a:pt x="7037" y="10978"/>
                    </a:cubicBezTo>
                    <a:cubicBezTo>
                      <a:pt x="7109" y="10894"/>
                      <a:pt x="7144" y="10787"/>
                      <a:pt x="7109" y="10680"/>
                    </a:cubicBezTo>
                    <a:lnTo>
                      <a:pt x="6966" y="9894"/>
                    </a:lnTo>
                    <a:cubicBezTo>
                      <a:pt x="6930" y="9716"/>
                      <a:pt x="6787" y="9597"/>
                      <a:pt x="6609" y="9597"/>
                    </a:cubicBezTo>
                    <a:lnTo>
                      <a:pt x="6156" y="9597"/>
                    </a:lnTo>
                    <a:lnTo>
                      <a:pt x="6156" y="9406"/>
                    </a:lnTo>
                    <a:cubicBezTo>
                      <a:pt x="6156" y="9108"/>
                      <a:pt x="5918" y="8870"/>
                      <a:pt x="5620" y="8870"/>
                    </a:cubicBezTo>
                    <a:lnTo>
                      <a:pt x="5132" y="8870"/>
                    </a:lnTo>
                    <a:lnTo>
                      <a:pt x="5132" y="7263"/>
                    </a:lnTo>
                    <a:cubicBezTo>
                      <a:pt x="5311" y="7215"/>
                      <a:pt x="5442" y="7037"/>
                      <a:pt x="5442" y="6846"/>
                    </a:cubicBezTo>
                    <a:lnTo>
                      <a:pt x="5442" y="6727"/>
                    </a:lnTo>
                    <a:cubicBezTo>
                      <a:pt x="5442" y="6632"/>
                      <a:pt x="5418" y="6561"/>
                      <a:pt x="5382" y="6501"/>
                    </a:cubicBezTo>
                    <a:lnTo>
                      <a:pt x="5418" y="6489"/>
                    </a:lnTo>
                    <a:cubicBezTo>
                      <a:pt x="5894" y="6132"/>
                      <a:pt x="6311" y="5703"/>
                      <a:pt x="6621" y="5203"/>
                    </a:cubicBezTo>
                    <a:cubicBezTo>
                      <a:pt x="6632" y="5227"/>
                      <a:pt x="6656" y="5239"/>
                      <a:pt x="6656" y="5251"/>
                    </a:cubicBezTo>
                    <a:cubicBezTo>
                      <a:pt x="6775" y="5382"/>
                      <a:pt x="6954" y="5441"/>
                      <a:pt x="7109" y="5441"/>
                    </a:cubicBezTo>
                    <a:cubicBezTo>
                      <a:pt x="7192" y="5441"/>
                      <a:pt x="7263" y="5429"/>
                      <a:pt x="7335" y="5406"/>
                    </a:cubicBezTo>
                    <a:cubicBezTo>
                      <a:pt x="7644" y="5263"/>
                      <a:pt x="7668" y="4929"/>
                      <a:pt x="7668" y="4775"/>
                    </a:cubicBezTo>
                    <a:cubicBezTo>
                      <a:pt x="7668" y="4701"/>
                      <a:pt x="7603" y="4628"/>
                      <a:pt x="7531" y="4628"/>
                    </a:cubicBezTo>
                    <a:cubicBezTo>
                      <a:pt x="7521" y="4628"/>
                      <a:pt x="7511" y="4629"/>
                      <a:pt x="7502" y="4632"/>
                    </a:cubicBezTo>
                    <a:cubicBezTo>
                      <a:pt x="7406" y="4632"/>
                      <a:pt x="7335" y="4703"/>
                      <a:pt x="7347" y="4786"/>
                    </a:cubicBezTo>
                    <a:cubicBezTo>
                      <a:pt x="7347" y="4906"/>
                      <a:pt x="7335" y="5048"/>
                      <a:pt x="7216" y="5108"/>
                    </a:cubicBezTo>
                    <a:cubicBezTo>
                      <a:pt x="7188" y="5117"/>
                      <a:pt x="7158" y="5122"/>
                      <a:pt x="7128" y="5122"/>
                    </a:cubicBezTo>
                    <a:cubicBezTo>
                      <a:pt x="7043" y="5122"/>
                      <a:pt x="6956" y="5086"/>
                      <a:pt x="6894" y="5025"/>
                    </a:cubicBezTo>
                    <a:cubicBezTo>
                      <a:pt x="6835" y="4953"/>
                      <a:pt x="6811" y="4882"/>
                      <a:pt x="6859" y="4786"/>
                    </a:cubicBezTo>
                    <a:cubicBezTo>
                      <a:pt x="7025" y="4465"/>
                      <a:pt x="7335" y="4334"/>
                      <a:pt x="7728" y="4179"/>
                    </a:cubicBezTo>
                    <a:cubicBezTo>
                      <a:pt x="8395" y="3917"/>
                      <a:pt x="9228" y="3572"/>
                      <a:pt x="9228" y="1929"/>
                    </a:cubicBezTo>
                    <a:lnTo>
                      <a:pt x="9228" y="1250"/>
                    </a:lnTo>
                    <a:cubicBezTo>
                      <a:pt x="9216" y="1131"/>
                      <a:pt x="9168" y="1000"/>
                      <a:pt x="9061" y="905"/>
                    </a:cubicBezTo>
                    <a:cubicBezTo>
                      <a:pt x="8978" y="822"/>
                      <a:pt x="8859" y="762"/>
                      <a:pt x="8716" y="762"/>
                    </a:cubicBezTo>
                    <a:cubicBezTo>
                      <a:pt x="8359" y="762"/>
                      <a:pt x="8025" y="941"/>
                      <a:pt x="7811" y="1238"/>
                    </a:cubicBezTo>
                    <a:lnTo>
                      <a:pt x="7680" y="1417"/>
                    </a:lnTo>
                    <a:cubicBezTo>
                      <a:pt x="7609" y="1512"/>
                      <a:pt x="7490" y="1572"/>
                      <a:pt x="7371" y="1572"/>
                    </a:cubicBezTo>
                    <a:lnTo>
                      <a:pt x="7371" y="1036"/>
                    </a:lnTo>
                    <a:lnTo>
                      <a:pt x="7394" y="1036"/>
                    </a:lnTo>
                    <a:cubicBezTo>
                      <a:pt x="7561" y="1036"/>
                      <a:pt x="7704" y="905"/>
                      <a:pt x="7704" y="726"/>
                    </a:cubicBezTo>
                    <a:lnTo>
                      <a:pt x="7704" y="310"/>
                    </a:lnTo>
                    <a:cubicBezTo>
                      <a:pt x="7704" y="143"/>
                      <a:pt x="7573" y="0"/>
                      <a:pt x="7394" y="0"/>
                    </a:cubicBezTo>
                    <a:close/>
                  </a:path>
                </a:pathLst>
              </a:custGeom>
              <a:solidFill>
                <a:srgbClr val="2661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6196"/>
                  </a:solidFill>
                </a:endParaRPr>
              </a:p>
            </p:txBody>
          </p:sp>
          <p:sp>
            <p:nvSpPr>
              <p:cNvPr id="32" name="Google Shape;1052;p55"/>
              <p:cNvSpPr/>
              <p:nvPr/>
            </p:nvSpPr>
            <p:spPr>
              <a:xfrm>
                <a:off x="4118903" y="3867139"/>
                <a:ext cx="93987" cy="87971"/>
              </a:xfrm>
              <a:custGeom>
                <a:avLst/>
                <a:gdLst/>
                <a:ahLst/>
                <a:cxnLst/>
                <a:rect l="l" t="t" r="r" b="b"/>
                <a:pathLst>
                  <a:path w="2953" h="2764" extrusionOk="0">
                    <a:moveTo>
                      <a:pt x="1477" y="489"/>
                    </a:moveTo>
                    <a:lnTo>
                      <a:pt x="1727" y="989"/>
                    </a:lnTo>
                    <a:cubicBezTo>
                      <a:pt x="1762" y="1049"/>
                      <a:pt x="1822" y="1096"/>
                      <a:pt x="1881" y="1096"/>
                    </a:cubicBezTo>
                    <a:lnTo>
                      <a:pt x="2441" y="1180"/>
                    </a:lnTo>
                    <a:lnTo>
                      <a:pt x="2036" y="1584"/>
                    </a:lnTo>
                    <a:cubicBezTo>
                      <a:pt x="2000" y="1632"/>
                      <a:pt x="1977" y="1692"/>
                      <a:pt x="1977" y="1763"/>
                    </a:cubicBezTo>
                    <a:lnTo>
                      <a:pt x="2072" y="2335"/>
                    </a:lnTo>
                    <a:lnTo>
                      <a:pt x="1560" y="2061"/>
                    </a:lnTo>
                    <a:cubicBezTo>
                      <a:pt x="1536" y="2049"/>
                      <a:pt x="1500" y="2037"/>
                      <a:pt x="1477" y="2037"/>
                    </a:cubicBezTo>
                    <a:cubicBezTo>
                      <a:pt x="1441" y="2037"/>
                      <a:pt x="1417" y="2049"/>
                      <a:pt x="1381" y="2061"/>
                    </a:cubicBezTo>
                    <a:lnTo>
                      <a:pt x="881" y="2335"/>
                    </a:lnTo>
                    <a:lnTo>
                      <a:pt x="965" y="1763"/>
                    </a:lnTo>
                    <a:cubicBezTo>
                      <a:pt x="988" y="1703"/>
                      <a:pt x="953" y="1632"/>
                      <a:pt x="905" y="1584"/>
                    </a:cubicBezTo>
                    <a:lnTo>
                      <a:pt x="512" y="1180"/>
                    </a:lnTo>
                    <a:lnTo>
                      <a:pt x="1072" y="1096"/>
                    </a:lnTo>
                    <a:cubicBezTo>
                      <a:pt x="1131" y="1084"/>
                      <a:pt x="1191" y="1049"/>
                      <a:pt x="1227" y="989"/>
                    </a:cubicBezTo>
                    <a:lnTo>
                      <a:pt x="1477" y="489"/>
                    </a:lnTo>
                    <a:close/>
                    <a:moveTo>
                      <a:pt x="1477" y="1"/>
                    </a:moveTo>
                    <a:cubicBezTo>
                      <a:pt x="1405" y="1"/>
                      <a:pt x="1322" y="49"/>
                      <a:pt x="1298" y="108"/>
                    </a:cubicBezTo>
                    <a:lnTo>
                      <a:pt x="953" y="799"/>
                    </a:lnTo>
                    <a:lnTo>
                      <a:pt x="191" y="906"/>
                    </a:lnTo>
                    <a:cubicBezTo>
                      <a:pt x="119" y="918"/>
                      <a:pt x="60" y="965"/>
                      <a:pt x="36" y="1037"/>
                    </a:cubicBezTo>
                    <a:cubicBezTo>
                      <a:pt x="0" y="1108"/>
                      <a:pt x="36" y="1180"/>
                      <a:pt x="72" y="1227"/>
                    </a:cubicBezTo>
                    <a:lnTo>
                      <a:pt x="631" y="1763"/>
                    </a:lnTo>
                    <a:lnTo>
                      <a:pt x="488" y="2525"/>
                    </a:lnTo>
                    <a:cubicBezTo>
                      <a:pt x="476" y="2596"/>
                      <a:pt x="512" y="2668"/>
                      <a:pt x="572" y="2716"/>
                    </a:cubicBezTo>
                    <a:cubicBezTo>
                      <a:pt x="604" y="2741"/>
                      <a:pt x="639" y="2753"/>
                      <a:pt x="676" y="2753"/>
                    </a:cubicBezTo>
                    <a:cubicBezTo>
                      <a:pt x="708" y="2753"/>
                      <a:pt x="741" y="2744"/>
                      <a:pt x="774" y="2727"/>
                    </a:cubicBezTo>
                    <a:lnTo>
                      <a:pt x="1465" y="2370"/>
                    </a:lnTo>
                    <a:lnTo>
                      <a:pt x="2143" y="2727"/>
                    </a:lnTo>
                    <a:cubicBezTo>
                      <a:pt x="2179" y="2751"/>
                      <a:pt x="2203" y="2763"/>
                      <a:pt x="2239" y="2763"/>
                    </a:cubicBezTo>
                    <a:cubicBezTo>
                      <a:pt x="2274" y="2763"/>
                      <a:pt x="2310" y="2751"/>
                      <a:pt x="2358" y="2716"/>
                    </a:cubicBezTo>
                    <a:cubicBezTo>
                      <a:pt x="2417" y="2668"/>
                      <a:pt x="2441" y="2596"/>
                      <a:pt x="2429" y="2525"/>
                    </a:cubicBezTo>
                    <a:lnTo>
                      <a:pt x="2298" y="1763"/>
                    </a:lnTo>
                    <a:lnTo>
                      <a:pt x="2846" y="1227"/>
                    </a:lnTo>
                    <a:cubicBezTo>
                      <a:pt x="2917" y="1180"/>
                      <a:pt x="2953" y="1108"/>
                      <a:pt x="2917" y="1037"/>
                    </a:cubicBezTo>
                    <a:cubicBezTo>
                      <a:pt x="2893" y="965"/>
                      <a:pt x="2834" y="918"/>
                      <a:pt x="2751" y="906"/>
                    </a:cubicBezTo>
                    <a:lnTo>
                      <a:pt x="2000" y="799"/>
                    </a:lnTo>
                    <a:lnTo>
                      <a:pt x="1655" y="108"/>
                    </a:lnTo>
                    <a:cubicBezTo>
                      <a:pt x="1619" y="37"/>
                      <a:pt x="1548" y="1"/>
                      <a:pt x="1477" y="1"/>
                    </a:cubicBezTo>
                    <a:close/>
                  </a:path>
                </a:pathLst>
              </a:custGeom>
              <a:solidFill>
                <a:srgbClr val="2661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266196"/>
                  </a:solidFill>
                </a:endParaRPr>
              </a:p>
            </p:txBody>
          </p:sp>
        </p:grpSp>
      </p:grpSp>
      <p:sp>
        <p:nvSpPr>
          <p:cNvPr id="70" name="文本框 69"/>
          <p:cNvSpPr txBox="1"/>
          <p:nvPr/>
        </p:nvSpPr>
        <p:spPr>
          <a:xfrm>
            <a:off x="218471" y="724438"/>
            <a:ext cx="6377679" cy="583565"/>
          </a:xfrm>
          <a:prstGeom prst="rect">
            <a:avLst/>
          </a:prstGeom>
          <a:noFill/>
        </p:spPr>
        <p:txBody>
          <a:bodyPr wrap="square" rtlCol="0">
            <a:spAutoFit/>
          </a:bodyPr>
          <a:p>
            <a:r>
              <a:rPr lang="zh-CN" altLang="en-US" sz="3200" dirty="0">
                <a:solidFill>
                  <a:srgbClr val="266196"/>
                </a:solidFill>
                <a:latin typeface="思源黑体 CN Medium" panose="020B0600000000000000" pitchFamily="34" charset="-122"/>
                <a:ea typeface="思源黑体 CN Medium" panose="020B0600000000000000" pitchFamily="34" charset="-122"/>
              </a:rPr>
              <a:t>需求</a:t>
            </a:r>
            <a:r>
              <a:rPr lang="zh-CN" altLang="en-US" sz="3200" dirty="0">
                <a:solidFill>
                  <a:srgbClr val="266196"/>
                </a:solidFill>
                <a:latin typeface="思源黑体 CN Medium" panose="020B0600000000000000" pitchFamily="34" charset="-122"/>
                <a:ea typeface="思源黑体 CN Medium" panose="020B0600000000000000" pitchFamily="34" charset="-122"/>
              </a:rPr>
              <a:t>分析</a:t>
            </a:r>
            <a:endParaRPr lang="zh-CN" altLang="en-US" sz="3200" dirty="0">
              <a:solidFill>
                <a:srgbClr val="266196"/>
              </a:solidFill>
              <a:latin typeface="思源黑体 CN Medium" panose="020B0600000000000000" pitchFamily="34" charset="-122"/>
              <a:ea typeface="思源黑体 CN Medium" panose="020B0600000000000000" pitchFamily="34" charset="-122"/>
            </a:endParaRPr>
          </a:p>
        </p:txBody>
      </p:sp>
      <p:grpSp>
        <p:nvGrpSpPr>
          <p:cNvPr id="71" name="组合 70"/>
          <p:cNvGrpSpPr/>
          <p:nvPr/>
        </p:nvGrpSpPr>
        <p:grpSpPr>
          <a:xfrm>
            <a:off x="0" y="206375"/>
            <a:ext cx="7390765" cy="391795"/>
            <a:chOff x="3687" y="311"/>
            <a:chExt cx="11639" cy="617"/>
          </a:xfrm>
        </p:grpSpPr>
        <p:sp>
          <p:nvSpPr>
            <p:cNvPr id="72" name="文本框 71"/>
            <p:cNvSpPr txBox="1"/>
            <p:nvPr/>
          </p:nvSpPr>
          <p:spPr>
            <a:xfrm>
              <a:off x="3687" y="321"/>
              <a:ext cx="2464" cy="58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73" name="文本框 72"/>
            <p:cNvSpPr txBox="1"/>
            <p:nvPr/>
          </p:nvSpPr>
          <p:spPr>
            <a:xfrm>
              <a:off x="6215" y="321"/>
              <a:ext cx="1801" cy="580"/>
            </a:xfrm>
            <a:prstGeom prst="rect">
              <a:avLst/>
            </a:prstGeom>
            <a:noFill/>
          </p:spPr>
          <p:txBody>
            <a:bodyPr wrap="square" rtlCol="0">
              <a:spAutoFit/>
            </a:bodyPr>
            <a:p>
              <a:pPr algn="ct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74" name="文本框 73"/>
            <p:cNvSpPr txBox="1"/>
            <p:nvPr/>
          </p:nvSpPr>
          <p:spPr>
            <a:xfrm>
              <a:off x="8114" y="348"/>
              <a:ext cx="2250" cy="580"/>
            </a:xfrm>
            <a:prstGeom prst="rect">
              <a:avLst/>
            </a:prstGeom>
            <a:noFill/>
          </p:spPr>
          <p:txBody>
            <a:bodyPr wrap="square" rtlCol="0">
              <a:spAutoFit/>
            </a:bodyPr>
            <a:p>
              <a:pPr algn="ct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a:t>
              </a: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设计及实现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75" name="文本框 74"/>
            <p:cNvSpPr txBox="1"/>
            <p:nvPr/>
          </p:nvSpPr>
          <p:spPr>
            <a:xfrm>
              <a:off x="12977" y="311"/>
              <a:ext cx="2349" cy="58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76"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7"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8"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9" name="文本框 78"/>
            <p:cNvSpPr txBox="1"/>
            <p:nvPr/>
          </p:nvSpPr>
          <p:spPr>
            <a:xfrm>
              <a:off x="10532" y="321"/>
              <a:ext cx="2300" cy="580"/>
            </a:xfrm>
            <a:prstGeom prst="rect">
              <a:avLst/>
            </a:prstGeom>
            <a:noFill/>
          </p:spPr>
          <p:txBody>
            <a:bodyPr wrap="square" rtlCol="0">
              <a:spAutoFit/>
            </a:bodyPr>
            <a:p>
              <a:pPr algn="ct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80"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a:off x="-1028700" y="2442500"/>
            <a:ext cx="14192250" cy="2354000"/>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396109" y="3048120"/>
            <a:ext cx="6377679" cy="1106805"/>
          </a:xfrm>
          <a:prstGeom prst="rect">
            <a:avLst/>
          </a:prstGeom>
          <a:noFill/>
        </p:spPr>
        <p:txBody>
          <a:bodyPr wrap="square" rtlCol="0">
            <a:spAutoFit/>
          </a:bodyPr>
          <a:lstStyle/>
          <a:p>
            <a:pPr algn="just"/>
            <a:r>
              <a:rPr lang="zh-CN" altLang="en-US" sz="6600" dirty="0">
                <a:solidFill>
                  <a:srgbClr val="266196"/>
                </a:solidFill>
                <a:latin typeface="思源黑体 CN Medium" panose="020B0600000000000000" pitchFamily="34" charset="-122"/>
                <a:ea typeface="思源黑体 CN Medium" panose="020B0600000000000000" pitchFamily="34" charset="-122"/>
                <a:sym typeface="+mn-ea"/>
              </a:rPr>
              <a:t>方法设计及实现</a:t>
            </a:r>
            <a:endParaRPr lang="zh-CN" altLang="en-US" sz="6600" dirty="0">
              <a:solidFill>
                <a:srgbClr val="225686"/>
              </a:solidFill>
              <a:latin typeface="思源黑体 CN Medium" panose="020B0600000000000000" pitchFamily="34" charset="-122"/>
              <a:ea typeface="思源黑体 CN Medium" panose="020B0600000000000000" pitchFamily="34" charset="-122"/>
            </a:endParaRPr>
          </a:p>
        </p:txBody>
      </p:sp>
      <p:sp>
        <p:nvSpPr>
          <p:cNvPr id="8" name="文本框 7"/>
          <p:cNvSpPr txBox="1"/>
          <p:nvPr/>
        </p:nvSpPr>
        <p:spPr>
          <a:xfrm>
            <a:off x="2977515" y="4250055"/>
            <a:ext cx="7156450" cy="306705"/>
          </a:xfrm>
          <a:prstGeom prst="rect">
            <a:avLst/>
          </a:prstGeom>
          <a:noFill/>
        </p:spPr>
        <p:txBody>
          <a:bodyPr wrap="square" rtlCol="0">
            <a:spAutoFit/>
          </a:bodyPr>
          <a:lstStyle/>
          <a:p>
            <a:pPr algn="ctr"/>
            <a:r>
              <a:rPr lang="zh-CN" altLang="en-US" sz="1400" dirty="0">
                <a:solidFill>
                  <a:srgbClr val="225686"/>
                </a:solidFill>
              </a:rPr>
              <a:t>Method </a:t>
            </a:r>
            <a:r>
              <a:rPr lang="en-US" altLang="zh-CN" sz="1400" dirty="0">
                <a:solidFill>
                  <a:srgbClr val="225686"/>
                </a:solidFill>
              </a:rPr>
              <a:t>D</a:t>
            </a:r>
            <a:r>
              <a:rPr lang="zh-CN" altLang="en-US" sz="1400" dirty="0">
                <a:solidFill>
                  <a:srgbClr val="225686"/>
                </a:solidFill>
              </a:rPr>
              <a:t>esign and </a:t>
            </a:r>
            <a:r>
              <a:rPr lang="en-US" altLang="zh-CN" sz="1400" dirty="0">
                <a:solidFill>
                  <a:srgbClr val="225686"/>
                </a:solidFill>
              </a:rPr>
              <a:t>I</a:t>
            </a:r>
            <a:r>
              <a:rPr lang="zh-CN" altLang="en-US" sz="1400" dirty="0">
                <a:solidFill>
                  <a:srgbClr val="225686"/>
                </a:solidFill>
              </a:rPr>
              <a:t>mplementation</a:t>
            </a:r>
            <a:endParaRPr lang="zh-CN" altLang="en-US" sz="1400" dirty="0">
              <a:solidFill>
                <a:srgbClr val="225686"/>
              </a:solidFill>
            </a:endParaRPr>
          </a:p>
        </p:txBody>
      </p:sp>
      <p:cxnSp>
        <p:nvCxnSpPr>
          <p:cNvPr id="9" name="直接连接符 8"/>
          <p:cNvCxnSpPr/>
          <p:nvPr/>
        </p:nvCxnSpPr>
        <p:spPr>
          <a:xfrm>
            <a:off x="3075290" y="4156116"/>
            <a:ext cx="6887183" cy="0"/>
          </a:xfrm>
          <a:prstGeom prst="line">
            <a:avLst/>
          </a:prstGeom>
          <a:ln w="12700">
            <a:solidFill>
              <a:srgbClr val="225686"/>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966008" y="2955787"/>
            <a:ext cx="4027251" cy="1198880"/>
          </a:xfrm>
          <a:prstGeom prst="rect">
            <a:avLst/>
          </a:prstGeom>
          <a:noFill/>
        </p:spPr>
        <p:txBody>
          <a:bodyPr wrap="square" rtlCol="0">
            <a:spAutoFit/>
          </a:bodyPr>
          <a:lstStyle/>
          <a:p>
            <a:r>
              <a:rPr lang="en-US" altLang="zh-CN" sz="7200" dirty="0">
                <a:solidFill>
                  <a:srgbClr val="225686"/>
                </a:solidFill>
              </a:rPr>
              <a:t>03</a:t>
            </a:r>
            <a:endParaRPr lang="zh-CN" altLang="en-US" sz="7200" dirty="0">
              <a:solidFill>
                <a:srgbClr val="225686"/>
              </a:solidFill>
            </a:endParaRPr>
          </a:p>
        </p:txBody>
      </p:sp>
      <p:pic>
        <p:nvPicPr>
          <p:cNvPr id="2" name="图片 1" descr="C:\Users\MSI-PC\Desktop\校徽.png校徽"/>
          <p:cNvPicPr>
            <a:picLocks noChangeAspect="1"/>
          </p:cNvPicPr>
          <p:nvPr>
            <p:custDataLst>
              <p:tags r:id="rId1"/>
            </p:custDataLst>
          </p:nvPr>
        </p:nvPicPr>
        <p:blipFill>
          <a:blip r:embed="rId2"/>
          <a:srcRect/>
          <a:stretch>
            <a:fillRect/>
          </a:stretch>
        </p:blipFill>
        <p:spPr>
          <a:xfrm>
            <a:off x="5323088" y="697442"/>
            <a:ext cx="1545823" cy="1433830"/>
          </a:xfrm>
          <a:prstGeom prst="rect">
            <a:avLst/>
          </a:prstGeom>
          <a:effectLst>
            <a:outerShdw blurRad="50800" dist="50800" dir="600000" algn="ctr" rotWithShape="0">
              <a:srgbClr val="000000">
                <a:alpha val="43137"/>
              </a:srgbClr>
            </a:outerShdw>
          </a:effectLst>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33296" y="23680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3" name="燕尾形 71"/>
          <p:cNvSpPr/>
          <p:nvPr/>
        </p:nvSpPr>
        <p:spPr>
          <a:xfrm>
            <a:off x="3249295" y="2124075"/>
            <a:ext cx="3187065" cy="953135"/>
          </a:xfrm>
          <a:prstGeom prst="chevron">
            <a:avLst>
              <a:gd name="adj" fmla="val 50005"/>
            </a:avLst>
          </a:prstGeom>
          <a:solidFill>
            <a:srgbClr val="225686"/>
          </a:solidFill>
          <a:ln w="9525">
            <a:noFill/>
          </a:ln>
        </p:spPr>
        <p:txBody>
          <a:bodyPr anchor="ctr"/>
          <a:lstStyle>
            <a:lvl1pPr marL="455930" indent="-455930" algn="l" defTabSz="1217930" rtl="0" eaLnBrk="0" fontAlgn="base" hangingPunct="0">
              <a:spcBef>
                <a:spcPct val="20000"/>
              </a:spcBef>
              <a:spcAft>
                <a:spcPct val="0"/>
              </a:spcAft>
              <a:buFont typeface="Arial" panose="020B0604020202020204" pitchFamily="34" charset="0"/>
              <a:buChar char="•"/>
              <a:defRPr sz="4200">
                <a:solidFill>
                  <a:schemeClr val="tx1"/>
                </a:solidFill>
                <a:latin typeface="+mn-lt"/>
                <a:ea typeface="+mn-ea"/>
                <a:cs typeface="+mn-cs"/>
              </a:defRPr>
            </a:lvl1pPr>
            <a:lvl2pPr marL="989330" indent="-379730" algn="l" defTabSz="1217930" rtl="0" eaLnBrk="0" fontAlgn="base" hangingPunct="0">
              <a:spcBef>
                <a:spcPct val="20000"/>
              </a:spcBef>
              <a:spcAft>
                <a:spcPct val="0"/>
              </a:spcAft>
              <a:buFont typeface="Arial" panose="020B0604020202020204" pitchFamily="34" charset="0"/>
              <a:buChar char="–"/>
              <a:defRPr sz="3700">
                <a:solidFill>
                  <a:schemeClr val="tx1"/>
                </a:solidFill>
                <a:latin typeface="+mn-lt"/>
                <a:ea typeface="+mn-ea"/>
              </a:defRPr>
            </a:lvl2pPr>
            <a:lvl3pPr marL="1522730" indent="-303530" algn="l" defTabSz="121793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defRPr>
            </a:lvl3pPr>
            <a:lvl4pPr marL="21323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4pPr>
            <a:lvl5pPr marL="27419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5pPr>
          </a:lstStyle>
          <a:p>
            <a:pPr marL="0" lvl="0" indent="0" algn="ctr" defTabSz="914400" eaLnBrk="1" hangingPunct="1">
              <a:spcBef>
                <a:spcPct val="0"/>
              </a:spcBef>
              <a:buNone/>
            </a:pPr>
            <a:endParaRPr lang="zh-CN" altLang="en-US" sz="1800" dirty="0">
              <a:latin typeface="等线 Light" panose="02010600030101010101" charset="-122"/>
              <a:ea typeface="等线 Light" panose="02010600030101010101" charset="-122"/>
            </a:endParaRPr>
          </a:p>
        </p:txBody>
      </p:sp>
      <p:sp>
        <p:nvSpPr>
          <p:cNvPr id="34" name="文本框 73"/>
          <p:cNvSpPr txBox="1"/>
          <p:nvPr/>
        </p:nvSpPr>
        <p:spPr>
          <a:xfrm>
            <a:off x="4649470" y="2404745"/>
            <a:ext cx="1574165" cy="368300"/>
          </a:xfrm>
          <a:prstGeom prst="rect">
            <a:avLst/>
          </a:prstGeom>
          <a:noFill/>
          <a:ln w="9525">
            <a:noFill/>
          </a:ln>
        </p:spPr>
        <p:txBody>
          <a:bodyPr wrap="square">
            <a:spAutoFit/>
          </a:bodyPr>
          <a:lstStyle>
            <a:lvl1pPr marL="455930" indent="-455930" algn="l" defTabSz="1217930" rtl="0" eaLnBrk="0" fontAlgn="base" hangingPunct="0">
              <a:spcBef>
                <a:spcPct val="20000"/>
              </a:spcBef>
              <a:spcAft>
                <a:spcPct val="0"/>
              </a:spcAft>
              <a:buFont typeface="Arial" panose="020B0604020202020204" pitchFamily="34" charset="0"/>
              <a:buChar char="•"/>
              <a:defRPr sz="4200">
                <a:solidFill>
                  <a:schemeClr val="tx1"/>
                </a:solidFill>
                <a:latin typeface="+mn-lt"/>
                <a:ea typeface="+mn-ea"/>
                <a:cs typeface="+mn-cs"/>
              </a:defRPr>
            </a:lvl1pPr>
            <a:lvl2pPr marL="989330" indent="-379730" algn="l" defTabSz="1217930" rtl="0" eaLnBrk="0" fontAlgn="base" hangingPunct="0">
              <a:spcBef>
                <a:spcPct val="20000"/>
              </a:spcBef>
              <a:spcAft>
                <a:spcPct val="0"/>
              </a:spcAft>
              <a:buFont typeface="Arial" panose="020B0604020202020204" pitchFamily="34" charset="0"/>
              <a:buChar char="–"/>
              <a:defRPr sz="3700">
                <a:solidFill>
                  <a:schemeClr val="tx1"/>
                </a:solidFill>
                <a:latin typeface="+mn-lt"/>
                <a:ea typeface="+mn-ea"/>
              </a:defRPr>
            </a:lvl2pPr>
            <a:lvl3pPr marL="1522730" indent="-303530" algn="l" defTabSz="121793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defRPr>
            </a:lvl3pPr>
            <a:lvl4pPr marL="21323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4pPr>
            <a:lvl5pPr marL="27419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5pPr>
          </a:lstStyle>
          <a:p>
            <a:pPr marL="0" lvl="0" indent="0" defTabSz="914400" eaLnBrk="1" hangingPunct="1">
              <a:spcBef>
                <a:spcPct val="0"/>
              </a:spcBef>
              <a:buNone/>
            </a:pPr>
            <a:r>
              <a:rPr lang="zh-CN" altLang="en-US" sz="1800" b="1" dirty="0">
                <a:solidFill>
                  <a:schemeClr val="bg1"/>
                </a:solidFill>
                <a:latin typeface="等线 Light" panose="02010600030101010101" charset="-122"/>
                <a:ea typeface="等线 Light" panose="02010600030101010101" charset="-122"/>
              </a:rPr>
              <a:t>加速结构</a:t>
            </a:r>
            <a:r>
              <a:rPr lang="zh-CN" altLang="en-US" sz="1800" b="1" dirty="0">
                <a:solidFill>
                  <a:schemeClr val="bg1"/>
                </a:solidFill>
                <a:latin typeface="等线 Light" panose="02010600030101010101" charset="-122"/>
                <a:ea typeface="等线 Light" panose="02010600030101010101" charset="-122"/>
                <a:sym typeface="+mn-ea"/>
              </a:rPr>
              <a:t>构建</a:t>
            </a:r>
            <a:endParaRPr lang="zh-CN" altLang="en-US" sz="1800" b="1" dirty="0">
              <a:solidFill>
                <a:schemeClr val="bg1"/>
              </a:solidFill>
              <a:latin typeface="等线 Light" panose="02010600030101010101" charset="-122"/>
              <a:ea typeface="等线 Light" panose="02010600030101010101" charset="-122"/>
            </a:endParaRPr>
          </a:p>
        </p:txBody>
      </p:sp>
      <p:sp>
        <p:nvSpPr>
          <p:cNvPr id="46" name="燕尾形 75"/>
          <p:cNvSpPr/>
          <p:nvPr/>
        </p:nvSpPr>
        <p:spPr>
          <a:xfrm>
            <a:off x="6195060" y="2114550"/>
            <a:ext cx="2679700" cy="955040"/>
          </a:xfrm>
          <a:prstGeom prst="chevron">
            <a:avLst>
              <a:gd name="adj" fmla="val 50005"/>
            </a:avLst>
          </a:prstGeom>
          <a:solidFill>
            <a:srgbClr val="4283BD"/>
          </a:solidFill>
          <a:ln w="9525">
            <a:noFill/>
          </a:ln>
        </p:spPr>
        <p:txBody>
          <a:bodyPr anchor="ctr"/>
          <a:lstStyle>
            <a:lvl1pPr marL="455930" indent="-455930" algn="l" defTabSz="1217930" rtl="0" eaLnBrk="0" fontAlgn="base" hangingPunct="0">
              <a:spcBef>
                <a:spcPct val="20000"/>
              </a:spcBef>
              <a:spcAft>
                <a:spcPct val="0"/>
              </a:spcAft>
              <a:buFont typeface="Arial" panose="020B0604020202020204" pitchFamily="34" charset="0"/>
              <a:buChar char="•"/>
              <a:defRPr sz="4200">
                <a:solidFill>
                  <a:schemeClr val="tx1"/>
                </a:solidFill>
                <a:latin typeface="+mn-lt"/>
                <a:ea typeface="+mn-ea"/>
                <a:cs typeface="+mn-cs"/>
              </a:defRPr>
            </a:lvl1pPr>
            <a:lvl2pPr marL="989330" indent="-379730" algn="l" defTabSz="1217930" rtl="0" eaLnBrk="0" fontAlgn="base" hangingPunct="0">
              <a:spcBef>
                <a:spcPct val="20000"/>
              </a:spcBef>
              <a:spcAft>
                <a:spcPct val="0"/>
              </a:spcAft>
              <a:buFont typeface="Arial" panose="020B0604020202020204" pitchFamily="34" charset="0"/>
              <a:buChar char="–"/>
              <a:defRPr sz="3700">
                <a:solidFill>
                  <a:schemeClr val="tx1"/>
                </a:solidFill>
                <a:latin typeface="+mn-lt"/>
                <a:ea typeface="+mn-ea"/>
              </a:defRPr>
            </a:lvl2pPr>
            <a:lvl3pPr marL="1522730" indent="-303530" algn="l" defTabSz="121793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defRPr>
            </a:lvl3pPr>
            <a:lvl4pPr marL="21323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4pPr>
            <a:lvl5pPr marL="27419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5pPr>
          </a:lstStyle>
          <a:p>
            <a:pPr marL="0" lvl="0" indent="0" algn="ctr" defTabSz="914400" eaLnBrk="1" hangingPunct="1">
              <a:spcBef>
                <a:spcPct val="0"/>
              </a:spcBef>
              <a:buNone/>
            </a:pPr>
            <a:endParaRPr lang="zh-CN" altLang="en-US" sz="1800" dirty="0">
              <a:latin typeface="等线 Light" panose="02010600030101010101" charset="-122"/>
              <a:ea typeface="等线 Light" panose="02010600030101010101" charset="-122"/>
            </a:endParaRPr>
          </a:p>
        </p:txBody>
      </p:sp>
      <p:sp>
        <p:nvSpPr>
          <p:cNvPr id="47" name="文本框 77"/>
          <p:cNvSpPr txBox="1"/>
          <p:nvPr/>
        </p:nvSpPr>
        <p:spPr>
          <a:xfrm>
            <a:off x="7439660" y="2404110"/>
            <a:ext cx="1244600" cy="368300"/>
          </a:xfrm>
          <a:prstGeom prst="rect">
            <a:avLst/>
          </a:prstGeom>
          <a:noFill/>
          <a:ln w="9525">
            <a:noFill/>
          </a:ln>
        </p:spPr>
        <p:txBody>
          <a:bodyPr>
            <a:spAutoFit/>
          </a:bodyPr>
          <a:lstStyle>
            <a:lvl1pPr marL="455930" indent="-455930" algn="l" defTabSz="1217930" rtl="0" eaLnBrk="0" fontAlgn="base" hangingPunct="0">
              <a:spcBef>
                <a:spcPct val="20000"/>
              </a:spcBef>
              <a:spcAft>
                <a:spcPct val="0"/>
              </a:spcAft>
              <a:buFont typeface="Arial" panose="020B0604020202020204" pitchFamily="34" charset="0"/>
              <a:buChar char="•"/>
              <a:defRPr sz="4200">
                <a:solidFill>
                  <a:schemeClr val="tx1"/>
                </a:solidFill>
                <a:latin typeface="+mn-lt"/>
                <a:ea typeface="+mn-ea"/>
                <a:cs typeface="+mn-cs"/>
              </a:defRPr>
            </a:lvl1pPr>
            <a:lvl2pPr marL="989330" indent="-379730" algn="l" defTabSz="1217930" rtl="0" eaLnBrk="0" fontAlgn="base" hangingPunct="0">
              <a:spcBef>
                <a:spcPct val="20000"/>
              </a:spcBef>
              <a:spcAft>
                <a:spcPct val="0"/>
              </a:spcAft>
              <a:buFont typeface="Arial" panose="020B0604020202020204" pitchFamily="34" charset="0"/>
              <a:buChar char="–"/>
              <a:defRPr sz="3700">
                <a:solidFill>
                  <a:schemeClr val="tx1"/>
                </a:solidFill>
                <a:latin typeface="+mn-lt"/>
                <a:ea typeface="+mn-ea"/>
              </a:defRPr>
            </a:lvl2pPr>
            <a:lvl3pPr marL="1522730" indent="-303530" algn="l" defTabSz="121793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defRPr>
            </a:lvl3pPr>
            <a:lvl4pPr marL="21323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4pPr>
            <a:lvl5pPr marL="27419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5pPr>
          </a:lstStyle>
          <a:p>
            <a:pPr marL="0" lvl="0" indent="0" defTabSz="914400" eaLnBrk="1" hangingPunct="1">
              <a:spcBef>
                <a:spcPct val="0"/>
              </a:spcBef>
              <a:buNone/>
            </a:pPr>
            <a:r>
              <a:rPr lang="zh-CN" altLang="en-US" sz="1800" b="1" dirty="0">
                <a:solidFill>
                  <a:schemeClr val="bg1"/>
                </a:solidFill>
                <a:latin typeface="等线 Light" panose="02010600030101010101" charset="-122"/>
                <a:ea typeface="等线 Light" panose="02010600030101010101" charset="-122"/>
              </a:rPr>
              <a:t>光线</a:t>
            </a:r>
            <a:r>
              <a:rPr lang="zh-CN" altLang="en-US" sz="1800" b="1" dirty="0">
                <a:solidFill>
                  <a:schemeClr val="bg1"/>
                </a:solidFill>
                <a:latin typeface="等线 Light" panose="02010600030101010101" charset="-122"/>
                <a:ea typeface="等线 Light" panose="02010600030101010101" charset="-122"/>
              </a:rPr>
              <a:t>步进</a:t>
            </a:r>
            <a:endParaRPr lang="zh-CN" altLang="en-US" sz="1800" b="1" dirty="0">
              <a:solidFill>
                <a:schemeClr val="bg1"/>
              </a:solidFill>
              <a:latin typeface="等线 Light" panose="02010600030101010101" charset="-122"/>
              <a:ea typeface="等线 Light" panose="02010600030101010101" charset="-122"/>
            </a:endParaRPr>
          </a:p>
        </p:txBody>
      </p:sp>
      <p:sp>
        <p:nvSpPr>
          <p:cNvPr id="44" name="燕尾形 71"/>
          <p:cNvSpPr/>
          <p:nvPr/>
        </p:nvSpPr>
        <p:spPr>
          <a:xfrm>
            <a:off x="8609330" y="2132330"/>
            <a:ext cx="2679700" cy="953135"/>
          </a:xfrm>
          <a:prstGeom prst="chevron">
            <a:avLst>
              <a:gd name="adj" fmla="val 50005"/>
            </a:avLst>
          </a:prstGeom>
          <a:solidFill>
            <a:srgbClr val="225686"/>
          </a:solidFill>
          <a:ln w="9525">
            <a:noFill/>
          </a:ln>
        </p:spPr>
        <p:txBody>
          <a:bodyPr anchor="ctr"/>
          <a:lstStyle>
            <a:lvl1pPr marL="455930" indent="-455930" algn="l" defTabSz="1217930" rtl="0" eaLnBrk="0" fontAlgn="base" hangingPunct="0">
              <a:spcBef>
                <a:spcPct val="20000"/>
              </a:spcBef>
              <a:spcAft>
                <a:spcPct val="0"/>
              </a:spcAft>
              <a:buFont typeface="Arial" panose="020B0604020202020204" pitchFamily="34" charset="0"/>
              <a:buChar char="•"/>
              <a:defRPr sz="4200">
                <a:solidFill>
                  <a:schemeClr val="tx1"/>
                </a:solidFill>
                <a:latin typeface="+mn-lt"/>
                <a:ea typeface="+mn-ea"/>
                <a:cs typeface="+mn-cs"/>
              </a:defRPr>
            </a:lvl1pPr>
            <a:lvl2pPr marL="989330" indent="-379730" algn="l" defTabSz="1217930" rtl="0" eaLnBrk="0" fontAlgn="base" hangingPunct="0">
              <a:spcBef>
                <a:spcPct val="20000"/>
              </a:spcBef>
              <a:spcAft>
                <a:spcPct val="0"/>
              </a:spcAft>
              <a:buFont typeface="Arial" panose="020B0604020202020204" pitchFamily="34" charset="0"/>
              <a:buChar char="–"/>
              <a:defRPr sz="3700">
                <a:solidFill>
                  <a:schemeClr val="tx1"/>
                </a:solidFill>
                <a:latin typeface="+mn-lt"/>
                <a:ea typeface="+mn-ea"/>
              </a:defRPr>
            </a:lvl2pPr>
            <a:lvl3pPr marL="1522730" indent="-303530" algn="l" defTabSz="121793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defRPr>
            </a:lvl3pPr>
            <a:lvl4pPr marL="21323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4pPr>
            <a:lvl5pPr marL="27419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5pPr>
          </a:lstStyle>
          <a:p>
            <a:pPr marL="0" lvl="0" indent="0" algn="ctr" defTabSz="914400" eaLnBrk="1" hangingPunct="1">
              <a:spcBef>
                <a:spcPct val="0"/>
              </a:spcBef>
              <a:buNone/>
            </a:pPr>
            <a:endParaRPr lang="zh-CN" altLang="en-US" sz="1800" dirty="0">
              <a:latin typeface="等线 Light" panose="02010600030101010101" charset="-122"/>
              <a:ea typeface="等线 Light" panose="02010600030101010101" charset="-122"/>
            </a:endParaRPr>
          </a:p>
        </p:txBody>
      </p:sp>
      <p:sp>
        <p:nvSpPr>
          <p:cNvPr id="45" name="文本框 73"/>
          <p:cNvSpPr txBox="1"/>
          <p:nvPr/>
        </p:nvSpPr>
        <p:spPr>
          <a:xfrm>
            <a:off x="9831070" y="2413000"/>
            <a:ext cx="1244600" cy="645160"/>
          </a:xfrm>
          <a:prstGeom prst="rect">
            <a:avLst/>
          </a:prstGeom>
          <a:noFill/>
          <a:ln w="9525">
            <a:noFill/>
          </a:ln>
        </p:spPr>
        <p:txBody>
          <a:bodyPr>
            <a:spAutoFit/>
          </a:bodyPr>
          <a:lstStyle>
            <a:lvl1pPr marL="455930" indent="-455930" algn="l" defTabSz="1217930" rtl="0" eaLnBrk="0" fontAlgn="base" hangingPunct="0">
              <a:spcBef>
                <a:spcPct val="20000"/>
              </a:spcBef>
              <a:spcAft>
                <a:spcPct val="0"/>
              </a:spcAft>
              <a:buFont typeface="Arial" panose="020B0604020202020204" pitchFamily="34" charset="0"/>
              <a:buChar char="•"/>
              <a:defRPr sz="4200">
                <a:solidFill>
                  <a:schemeClr val="tx1"/>
                </a:solidFill>
                <a:latin typeface="+mn-lt"/>
                <a:ea typeface="+mn-ea"/>
                <a:cs typeface="+mn-cs"/>
              </a:defRPr>
            </a:lvl1pPr>
            <a:lvl2pPr marL="989330" indent="-379730" algn="l" defTabSz="1217930" rtl="0" eaLnBrk="0" fontAlgn="base" hangingPunct="0">
              <a:spcBef>
                <a:spcPct val="20000"/>
              </a:spcBef>
              <a:spcAft>
                <a:spcPct val="0"/>
              </a:spcAft>
              <a:buFont typeface="Arial" panose="020B0604020202020204" pitchFamily="34" charset="0"/>
              <a:buChar char="–"/>
              <a:defRPr sz="3700">
                <a:solidFill>
                  <a:schemeClr val="tx1"/>
                </a:solidFill>
                <a:latin typeface="+mn-lt"/>
                <a:ea typeface="+mn-ea"/>
              </a:defRPr>
            </a:lvl2pPr>
            <a:lvl3pPr marL="1522730" indent="-303530" algn="l" defTabSz="121793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defRPr>
            </a:lvl3pPr>
            <a:lvl4pPr marL="21323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4pPr>
            <a:lvl5pPr marL="27419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5pPr>
          </a:lstStyle>
          <a:p>
            <a:pPr marL="0" lvl="0" indent="0" defTabSz="914400" eaLnBrk="1" hangingPunct="1">
              <a:spcBef>
                <a:spcPct val="0"/>
              </a:spcBef>
              <a:buNone/>
            </a:pPr>
            <a:r>
              <a:rPr lang="zh-CN" altLang="en-US" sz="1800" b="1" dirty="0">
                <a:solidFill>
                  <a:schemeClr val="bg1"/>
                </a:solidFill>
                <a:latin typeface="等线 Light" panose="02010600030101010101" charset="-122"/>
                <a:ea typeface="等线 Light" panose="02010600030101010101" charset="-122"/>
                <a:sym typeface="+mn-ea"/>
              </a:rPr>
              <a:t>降噪处理</a:t>
            </a:r>
            <a:endParaRPr lang="zh-CN" altLang="en-US" sz="1800" b="1" dirty="0">
              <a:solidFill>
                <a:schemeClr val="bg1"/>
              </a:solidFill>
              <a:latin typeface="等线 Light" panose="02010600030101010101" charset="-122"/>
              <a:ea typeface="等线 Light" panose="02010600030101010101" charset="-122"/>
            </a:endParaRPr>
          </a:p>
          <a:p>
            <a:pPr marL="0" lvl="0" indent="0" defTabSz="914400" eaLnBrk="1" hangingPunct="1">
              <a:spcBef>
                <a:spcPct val="0"/>
              </a:spcBef>
              <a:buNone/>
            </a:pPr>
            <a:endParaRPr lang="zh-CN" altLang="en-US" sz="1800" b="1" dirty="0">
              <a:solidFill>
                <a:schemeClr val="bg1"/>
              </a:solidFill>
              <a:latin typeface="等线 Light" panose="02010600030101010101" charset="-122"/>
              <a:ea typeface="等线 Light" panose="02010600030101010101" charset="-122"/>
            </a:endParaRPr>
          </a:p>
        </p:txBody>
      </p:sp>
      <p:sp>
        <p:nvSpPr>
          <p:cNvPr id="37" name="椭圆 36"/>
          <p:cNvSpPr/>
          <p:nvPr/>
        </p:nvSpPr>
        <p:spPr>
          <a:xfrm>
            <a:off x="3900170" y="2311400"/>
            <a:ext cx="688975" cy="615315"/>
          </a:xfrm>
          <a:prstGeom prst="ellipse">
            <a:avLst/>
          </a:prstGeom>
          <a:solidFill>
            <a:srgbClr val="22568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等线 Light" panose="02010600030101010101" charset="-122"/>
                <a:ea typeface="等线 Light" panose="02010600030101010101" charset="-122"/>
              </a:rPr>
              <a:t>02</a:t>
            </a:r>
            <a:endParaRPr lang="en-US" altLang="zh-CN" dirty="0">
              <a:latin typeface="等线 Light" panose="02010600030101010101" charset="-122"/>
              <a:ea typeface="等线 Light" panose="02010600030101010101" charset="-122"/>
            </a:endParaRPr>
          </a:p>
        </p:txBody>
      </p:sp>
      <p:sp>
        <p:nvSpPr>
          <p:cNvPr id="38" name="椭圆 37"/>
          <p:cNvSpPr/>
          <p:nvPr/>
        </p:nvSpPr>
        <p:spPr>
          <a:xfrm>
            <a:off x="6753225" y="2311400"/>
            <a:ext cx="688975" cy="615315"/>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等线 Light" panose="02010600030101010101" charset="-122"/>
                <a:ea typeface="等线 Light" panose="02010600030101010101" charset="-122"/>
              </a:rPr>
              <a:t>03</a:t>
            </a:r>
            <a:endParaRPr lang="en-US" altLang="zh-CN">
              <a:latin typeface="等线 Light" panose="02010600030101010101" charset="-122"/>
              <a:ea typeface="等线 Light" panose="02010600030101010101" charset="-122"/>
            </a:endParaRPr>
          </a:p>
        </p:txBody>
      </p:sp>
      <p:sp>
        <p:nvSpPr>
          <p:cNvPr id="39" name="椭圆 38"/>
          <p:cNvSpPr/>
          <p:nvPr/>
        </p:nvSpPr>
        <p:spPr>
          <a:xfrm>
            <a:off x="9149080" y="2320925"/>
            <a:ext cx="688975" cy="615315"/>
          </a:xfrm>
          <a:prstGeom prst="ellipse">
            <a:avLst/>
          </a:prstGeom>
          <a:solidFill>
            <a:srgbClr val="22568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等线 Light" panose="02010600030101010101" charset="-122"/>
                <a:ea typeface="等线 Light" panose="02010600030101010101" charset="-122"/>
              </a:rPr>
              <a:t>04</a:t>
            </a:r>
            <a:endParaRPr lang="en-US" altLang="zh-CN" dirty="0">
              <a:latin typeface="等线 Light" panose="02010600030101010101" charset="-122"/>
              <a:ea typeface="等线 Light" panose="02010600030101010101" charset="-122"/>
            </a:endParaRPr>
          </a:p>
        </p:txBody>
      </p:sp>
      <p:sp>
        <p:nvSpPr>
          <p:cNvPr id="42" name="燕尾形 75"/>
          <p:cNvSpPr/>
          <p:nvPr/>
        </p:nvSpPr>
        <p:spPr>
          <a:xfrm>
            <a:off x="760095" y="2094230"/>
            <a:ext cx="2679700" cy="955040"/>
          </a:xfrm>
          <a:prstGeom prst="chevron">
            <a:avLst>
              <a:gd name="adj" fmla="val 50005"/>
            </a:avLst>
          </a:prstGeom>
          <a:solidFill>
            <a:srgbClr val="4283BD"/>
          </a:solidFill>
          <a:ln w="9525">
            <a:noFill/>
          </a:ln>
        </p:spPr>
        <p:txBody>
          <a:bodyPr anchor="ctr"/>
          <a:lstStyle>
            <a:lvl1pPr marL="455930" indent="-455930" algn="l" defTabSz="1217930" rtl="0" eaLnBrk="0" fontAlgn="base" hangingPunct="0">
              <a:spcBef>
                <a:spcPct val="20000"/>
              </a:spcBef>
              <a:spcAft>
                <a:spcPct val="0"/>
              </a:spcAft>
              <a:buFont typeface="Arial" panose="020B0604020202020204" pitchFamily="34" charset="0"/>
              <a:buChar char="•"/>
              <a:defRPr sz="4200">
                <a:solidFill>
                  <a:schemeClr val="tx1"/>
                </a:solidFill>
                <a:latin typeface="+mn-lt"/>
                <a:ea typeface="+mn-ea"/>
                <a:cs typeface="+mn-cs"/>
              </a:defRPr>
            </a:lvl1pPr>
            <a:lvl2pPr marL="989330" indent="-379730" algn="l" defTabSz="1217930" rtl="0" eaLnBrk="0" fontAlgn="base" hangingPunct="0">
              <a:spcBef>
                <a:spcPct val="20000"/>
              </a:spcBef>
              <a:spcAft>
                <a:spcPct val="0"/>
              </a:spcAft>
              <a:buFont typeface="Arial" panose="020B0604020202020204" pitchFamily="34" charset="0"/>
              <a:buChar char="–"/>
              <a:defRPr sz="3700">
                <a:solidFill>
                  <a:schemeClr val="tx1"/>
                </a:solidFill>
                <a:latin typeface="+mn-lt"/>
                <a:ea typeface="+mn-ea"/>
              </a:defRPr>
            </a:lvl2pPr>
            <a:lvl3pPr marL="1522730" indent="-303530" algn="l" defTabSz="121793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defRPr>
            </a:lvl3pPr>
            <a:lvl4pPr marL="21323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4pPr>
            <a:lvl5pPr marL="27419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5pPr>
          </a:lstStyle>
          <a:p>
            <a:pPr marL="0" lvl="0" indent="0" algn="ctr" defTabSz="914400" eaLnBrk="1" hangingPunct="1">
              <a:spcBef>
                <a:spcPct val="0"/>
              </a:spcBef>
              <a:buNone/>
            </a:pPr>
            <a:endParaRPr lang="zh-CN" altLang="en-US" sz="1800" dirty="0">
              <a:latin typeface="等线 Light" panose="02010600030101010101" charset="-122"/>
              <a:ea typeface="等线 Light" panose="02010600030101010101" charset="-122"/>
            </a:endParaRPr>
          </a:p>
        </p:txBody>
      </p:sp>
      <p:sp>
        <p:nvSpPr>
          <p:cNvPr id="43" name="文本框 77"/>
          <p:cNvSpPr txBox="1"/>
          <p:nvPr/>
        </p:nvSpPr>
        <p:spPr>
          <a:xfrm>
            <a:off x="2004695" y="2383790"/>
            <a:ext cx="1244600" cy="368300"/>
          </a:xfrm>
          <a:prstGeom prst="rect">
            <a:avLst/>
          </a:prstGeom>
          <a:noFill/>
          <a:ln w="9525">
            <a:noFill/>
          </a:ln>
        </p:spPr>
        <p:txBody>
          <a:bodyPr>
            <a:spAutoFit/>
          </a:bodyPr>
          <a:lstStyle>
            <a:lvl1pPr marL="455930" indent="-455930" algn="l" defTabSz="1217930" rtl="0" eaLnBrk="0" fontAlgn="base" hangingPunct="0">
              <a:spcBef>
                <a:spcPct val="20000"/>
              </a:spcBef>
              <a:spcAft>
                <a:spcPct val="0"/>
              </a:spcAft>
              <a:buFont typeface="Arial" panose="020B0604020202020204" pitchFamily="34" charset="0"/>
              <a:buChar char="•"/>
              <a:defRPr sz="4200">
                <a:solidFill>
                  <a:schemeClr val="tx1"/>
                </a:solidFill>
                <a:latin typeface="+mn-lt"/>
                <a:ea typeface="+mn-ea"/>
                <a:cs typeface="+mn-cs"/>
              </a:defRPr>
            </a:lvl1pPr>
            <a:lvl2pPr marL="989330" indent="-379730" algn="l" defTabSz="1217930" rtl="0" eaLnBrk="0" fontAlgn="base" hangingPunct="0">
              <a:spcBef>
                <a:spcPct val="20000"/>
              </a:spcBef>
              <a:spcAft>
                <a:spcPct val="0"/>
              </a:spcAft>
              <a:buFont typeface="Arial" panose="020B0604020202020204" pitchFamily="34" charset="0"/>
              <a:buChar char="–"/>
              <a:defRPr sz="3700">
                <a:solidFill>
                  <a:schemeClr val="tx1"/>
                </a:solidFill>
                <a:latin typeface="+mn-lt"/>
                <a:ea typeface="+mn-ea"/>
              </a:defRPr>
            </a:lvl2pPr>
            <a:lvl3pPr marL="1522730" indent="-303530" algn="l" defTabSz="121793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defRPr>
            </a:lvl3pPr>
            <a:lvl4pPr marL="21323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4pPr>
            <a:lvl5pPr marL="2741930" indent="-303530" algn="l" defTabSz="1217930" rtl="0" eaLnBrk="0" fontAlgn="base" hangingPunct="0">
              <a:spcBef>
                <a:spcPct val="20000"/>
              </a:spcBef>
              <a:spcAft>
                <a:spcPct val="0"/>
              </a:spcAft>
              <a:buFont typeface="Arial" panose="020B0604020202020204" pitchFamily="34" charset="0"/>
              <a:buChar char="»"/>
              <a:defRPr sz="2600">
                <a:solidFill>
                  <a:schemeClr val="tx1"/>
                </a:solidFill>
                <a:latin typeface="+mn-lt"/>
                <a:ea typeface="+mn-ea"/>
              </a:defRPr>
            </a:lvl5pPr>
          </a:lstStyle>
          <a:p>
            <a:pPr marL="0" lvl="0" indent="0" defTabSz="914400" eaLnBrk="1" hangingPunct="1">
              <a:spcBef>
                <a:spcPct val="0"/>
              </a:spcBef>
              <a:buNone/>
            </a:pPr>
            <a:r>
              <a:rPr lang="zh-CN" altLang="en-US" sz="1800" b="1" dirty="0">
                <a:solidFill>
                  <a:schemeClr val="bg1"/>
                </a:solidFill>
                <a:latin typeface="等线 Light" panose="02010600030101010101" charset="-122"/>
                <a:ea typeface="等线 Light" panose="02010600030101010101" charset="-122"/>
              </a:rPr>
              <a:t>数据准备</a:t>
            </a:r>
            <a:endParaRPr lang="zh-CN" altLang="en-US" sz="1800" b="1" dirty="0">
              <a:solidFill>
                <a:schemeClr val="bg1"/>
              </a:solidFill>
              <a:latin typeface="等线 Light" panose="02010600030101010101" charset="-122"/>
              <a:ea typeface="等线 Light" panose="02010600030101010101" charset="-122"/>
            </a:endParaRPr>
          </a:p>
        </p:txBody>
      </p:sp>
      <p:sp>
        <p:nvSpPr>
          <p:cNvPr id="41" name="椭圆 40"/>
          <p:cNvSpPr/>
          <p:nvPr/>
        </p:nvSpPr>
        <p:spPr>
          <a:xfrm>
            <a:off x="1318260" y="2291080"/>
            <a:ext cx="688975" cy="615315"/>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等线 Light" panose="02010600030101010101" charset="-122"/>
                <a:ea typeface="等线 Light" panose="02010600030101010101" charset="-122"/>
              </a:rPr>
              <a:t>01</a:t>
            </a:r>
            <a:endParaRPr lang="en-US" altLang="zh-CN">
              <a:latin typeface="等线 Light" panose="02010600030101010101" charset="-122"/>
              <a:ea typeface="等线 Light" panose="02010600030101010101" charset="-122"/>
            </a:endParaRPr>
          </a:p>
        </p:txBody>
      </p:sp>
      <p:sp>
        <p:nvSpPr>
          <p:cNvPr id="29" name="文本框 10"/>
          <p:cNvSpPr txBox="1"/>
          <p:nvPr/>
        </p:nvSpPr>
        <p:spPr>
          <a:xfrm>
            <a:off x="1364615" y="3404235"/>
            <a:ext cx="2392680" cy="755015"/>
          </a:xfrm>
          <a:prstGeom prst="rect">
            <a:avLst/>
          </a:prstGeom>
          <a:noFill/>
          <a:ln w="9525">
            <a:noFill/>
          </a:ln>
        </p:spPr>
        <p:txBody>
          <a:bodyPr wrap="square">
            <a:spAutoFit/>
          </a:bodyPr>
          <a:lstStyle/>
          <a:p>
            <a:pPr marL="285750" marR="0" lvl="0" indent="-285750" algn="l" defTabSz="913765" rtl="0" eaLnBrk="1" fontAlgn="auto" latinLnBrk="0" hangingPunct="1">
              <a:lnSpc>
                <a:spcPct val="90000"/>
              </a:lnSpc>
              <a:spcBef>
                <a:spcPct val="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rPr>
              <a:t>创建纹理、矩阵等资源；设置相关渲染</a:t>
            </a: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rPr>
              <a:t>参数</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endParaRPr>
          </a:p>
        </p:txBody>
      </p:sp>
      <p:sp>
        <p:nvSpPr>
          <p:cNvPr id="30" name="文本框 10"/>
          <p:cNvSpPr txBox="1"/>
          <p:nvPr/>
        </p:nvSpPr>
        <p:spPr>
          <a:xfrm>
            <a:off x="3757295" y="3404235"/>
            <a:ext cx="2392680" cy="312420"/>
          </a:xfrm>
          <a:prstGeom prst="rect">
            <a:avLst/>
          </a:prstGeom>
          <a:noFill/>
          <a:ln w="9525">
            <a:noFill/>
          </a:ln>
        </p:spPr>
        <p:txBody>
          <a:bodyPr wrap="square">
            <a:spAutoFit/>
          </a:bodyPr>
          <a:lstStyle/>
          <a:p>
            <a:pPr marL="285750" marR="0" lvl="0" indent="-285750" algn="l" defTabSz="913765" rtl="0" eaLnBrk="1" fontAlgn="auto" latinLnBrk="0" hangingPunct="1">
              <a:lnSpc>
                <a:spcPct val="90000"/>
              </a:lnSpc>
              <a:spcBef>
                <a:spcPct val="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rPr>
              <a:t>构建层次</a:t>
            </a:r>
            <a:r>
              <a:rPr lang="en-US" altLang="zh-CN" sz="1600" dirty="0">
                <a:solidFill>
                  <a:srgbClr val="225686"/>
                </a:solidFill>
                <a:latin typeface="等线 Light" panose="02010600030101010101" charset="-122"/>
                <a:ea typeface="等线 Light" panose="02010600030101010101" charset="-122"/>
                <a:cs typeface="Arial" panose="020B0604020202020204" pitchFamily="34" charset="0"/>
                <a:sym typeface="+mn-ea"/>
              </a:rPr>
              <a:t>Z</a:t>
            </a: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rPr>
              <a:t>缓冲</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endParaRPr>
          </a:p>
        </p:txBody>
      </p:sp>
      <p:sp>
        <p:nvSpPr>
          <p:cNvPr id="31" name="文本框 10"/>
          <p:cNvSpPr txBox="1"/>
          <p:nvPr/>
        </p:nvSpPr>
        <p:spPr>
          <a:xfrm>
            <a:off x="6223635" y="3404235"/>
            <a:ext cx="2392680" cy="975995"/>
          </a:xfrm>
          <a:prstGeom prst="rect">
            <a:avLst/>
          </a:prstGeom>
          <a:noFill/>
          <a:ln w="9525">
            <a:noFill/>
          </a:ln>
        </p:spPr>
        <p:txBody>
          <a:bodyPr wrap="square">
            <a:spAutoFit/>
          </a:bodyPr>
          <a:lstStyle/>
          <a:p>
            <a:pPr marL="285750" marR="0" lvl="0" indent="-285750" algn="l" defTabSz="913765" rtl="0" eaLnBrk="1" fontAlgn="auto" latinLnBrk="0" hangingPunct="1">
              <a:lnSpc>
                <a:spcPct val="90000"/>
              </a:lnSpc>
              <a:spcBef>
                <a:spcPct val="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rPr>
              <a:t>在</a:t>
            </a: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rPr>
              <a:t>屏幕空间中进行光线步进，并根据碰撞信息计算间接漫反射</a:t>
            </a: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rPr>
              <a:t>颜色</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endParaRPr>
          </a:p>
        </p:txBody>
      </p:sp>
      <p:sp>
        <p:nvSpPr>
          <p:cNvPr id="32" name="文本框 10"/>
          <p:cNvSpPr txBox="1"/>
          <p:nvPr/>
        </p:nvSpPr>
        <p:spPr>
          <a:xfrm>
            <a:off x="8683625" y="3404235"/>
            <a:ext cx="2392680" cy="755015"/>
          </a:xfrm>
          <a:prstGeom prst="rect">
            <a:avLst/>
          </a:prstGeom>
          <a:noFill/>
          <a:ln w="9525">
            <a:noFill/>
          </a:ln>
        </p:spPr>
        <p:txBody>
          <a:bodyPr wrap="square">
            <a:spAutoFit/>
          </a:bodyPr>
          <a:lstStyle/>
          <a:p>
            <a:pPr marL="285750" marR="0" lvl="0" indent="-285750" algn="l" defTabSz="913765" rtl="0" eaLnBrk="1" fontAlgn="auto" latinLnBrk="0" hangingPunct="1">
              <a:lnSpc>
                <a:spcPct val="90000"/>
              </a:lnSpc>
              <a:spcBef>
                <a:spcPct val="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rPr>
              <a:t>综合使用时域过滤和双边过滤对光线追踪结果进行</a:t>
            </a: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rPr>
              <a:t>降噪</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sym typeface="+mn-ea"/>
            </a:endParaRPr>
          </a:p>
        </p:txBody>
      </p:sp>
      <p:pic>
        <p:nvPicPr>
          <p:cNvPr id="3" name="图片 2" descr="image_021_0000"/>
          <p:cNvPicPr>
            <a:picLocks noChangeAspect="1"/>
          </p:cNvPicPr>
          <p:nvPr/>
        </p:nvPicPr>
        <p:blipFill>
          <a:blip r:embed="rId1"/>
          <a:stretch>
            <a:fillRect/>
          </a:stretch>
        </p:blipFill>
        <p:spPr>
          <a:xfrm>
            <a:off x="6436360" y="4500880"/>
            <a:ext cx="2058670" cy="2058670"/>
          </a:xfrm>
          <a:prstGeom prst="rect">
            <a:avLst/>
          </a:prstGeom>
        </p:spPr>
      </p:pic>
      <p:pic>
        <p:nvPicPr>
          <p:cNvPr id="7" name="图片 6" descr="image_024_0000"/>
          <p:cNvPicPr>
            <a:picLocks noChangeAspect="1"/>
          </p:cNvPicPr>
          <p:nvPr/>
        </p:nvPicPr>
        <p:blipFill>
          <a:blip r:embed="rId2"/>
          <a:stretch>
            <a:fillRect/>
          </a:stretch>
        </p:blipFill>
        <p:spPr>
          <a:xfrm>
            <a:off x="9071610" y="4478020"/>
            <a:ext cx="2103755" cy="2103755"/>
          </a:xfrm>
          <a:prstGeom prst="rect">
            <a:avLst/>
          </a:prstGeom>
        </p:spPr>
      </p:pic>
      <p:pic>
        <p:nvPicPr>
          <p:cNvPr id="10" name="图片 9" descr="image_033_0000"/>
          <p:cNvPicPr>
            <a:picLocks noChangeAspect="1"/>
          </p:cNvPicPr>
          <p:nvPr/>
        </p:nvPicPr>
        <p:blipFill>
          <a:blip r:embed="rId3"/>
          <a:stretch>
            <a:fillRect/>
          </a:stretch>
        </p:blipFill>
        <p:spPr>
          <a:xfrm>
            <a:off x="1078230" y="4486275"/>
            <a:ext cx="2011045" cy="2011045"/>
          </a:xfrm>
          <a:prstGeom prst="rect">
            <a:avLst/>
          </a:prstGeom>
        </p:spPr>
      </p:pic>
      <p:pic>
        <p:nvPicPr>
          <p:cNvPr id="4" name="图片 3" descr="image_034_0000"/>
          <p:cNvPicPr>
            <a:picLocks noChangeAspect="1"/>
          </p:cNvPicPr>
          <p:nvPr/>
        </p:nvPicPr>
        <p:blipFill>
          <a:blip r:embed="rId4"/>
          <a:stretch>
            <a:fillRect/>
          </a:stretch>
        </p:blipFill>
        <p:spPr>
          <a:xfrm>
            <a:off x="3757295" y="4486275"/>
            <a:ext cx="2065655" cy="2065655"/>
          </a:xfrm>
          <a:prstGeom prst="rect">
            <a:avLst/>
          </a:prstGeom>
        </p:spPr>
      </p:pic>
      <p:sp>
        <p:nvSpPr>
          <p:cNvPr id="2" name="文本框 1"/>
          <p:cNvSpPr txBox="1"/>
          <p:nvPr/>
        </p:nvSpPr>
        <p:spPr>
          <a:xfrm>
            <a:off x="218471" y="724438"/>
            <a:ext cx="6377679" cy="583565"/>
          </a:xfrm>
          <a:prstGeom prst="rect">
            <a:avLst/>
          </a:prstGeom>
          <a:noFill/>
        </p:spPr>
        <p:txBody>
          <a:bodyPr wrap="square" rtlCol="0">
            <a:spAutoFit/>
          </a:bodyPr>
          <a:p>
            <a:r>
              <a:rPr lang="zh-CN" altLang="en-US" sz="3200" dirty="0">
                <a:solidFill>
                  <a:srgbClr val="266196"/>
                </a:solidFill>
                <a:latin typeface="思源黑体 CN Medium" panose="020B0600000000000000" pitchFamily="34" charset="-122"/>
                <a:ea typeface="思源黑体 CN Medium" panose="020B0600000000000000" pitchFamily="34" charset="-122"/>
                <a:sym typeface="+mn-ea"/>
              </a:rPr>
              <a:t>SSGI</a:t>
            </a:r>
            <a:r>
              <a:rPr lang="zh-CN" altLang="en-US" sz="3200" dirty="0">
                <a:solidFill>
                  <a:srgbClr val="266196"/>
                </a:solidFill>
                <a:latin typeface="思源黑体 CN Medium" panose="020B0600000000000000" pitchFamily="34" charset="-122"/>
                <a:ea typeface="思源黑体 CN Medium" panose="020B0600000000000000" pitchFamily="34" charset="-122"/>
                <a:sym typeface="+mn-ea"/>
              </a:rPr>
              <a:t>整体流程</a:t>
            </a:r>
            <a:endParaRPr lang="zh-CN" altLang="en-US" sz="3200" dirty="0">
              <a:solidFill>
                <a:srgbClr val="266196"/>
              </a:solidFill>
              <a:latin typeface="思源黑体 CN Medium" panose="020B0600000000000000" pitchFamily="34" charset="-122"/>
              <a:ea typeface="思源黑体 CN Medium" panose="020B0600000000000000" pitchFamily="34" charset="-122"/>
            </a:endParaRPr>
          </a:p>
        </p:txBody>
      </p:sp>
      <p:grpSp>
        <p:nvGrpSpPr>
          <p:cNvPr id="13" name="组合 12"/>
          <p:cNvGrpSpPr/>
          <p:nvPr/>
        </p:nvGrpSpPr>
        <p:grpSpPr>
          <a:xfrm>
            <a:off x="0" y="206375"/>
            <a:ext cx="7390765" cy="391795"/>
            <a:chOff x="3687" y="311"/>
            <a:chExt cx="11639" cy="617"/>
          </a:xfrm>
        </p:grpSpPr>
        <p:sp>
          <p:nvSpPr>
            <p:cNvPr id="6" name="文本框 5"/>
            <p:cNvSpPr txBox="1"/>
            <p:nvPr/>
          </p:nvSpPr>
          <p:spPr>
            <a:xfrm>
              <a:off x="3687" y="321"/>
              <a:ext cx="2464" cy="580"/>
            </a:xfrm>
            <a:prstGeom prst="rect">
              <a:avLst/>
            </a:prstGeom>
            <a:noFill/>
          </p:spPr>
          <p:txBody>
            <a:bodyPr wrap="square" rtlCol="0">
              <a:spAutoFit/>
            </a:bodyPr>
            <a:p>
              <a:pPr algn="ctr">
                <a:buClrTx/>
                <a:buSzTx/>
                <a:buFontTx/>
              </a:pPr>
              <a:r>
                <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8" name="文本框 7"/>
            <p:cNvSpPr txBox="1"/>
            <p:nvPr/>
          </p:nvSpPr>
          <p:spPr>
            <a:xfrm>
              <a:off x="6215" y="321"/>
              <a:ext cx="1801" cy="580"/>
            </a:xfrm>
            <a:prstGeom prst="rect">
              <a:avLst/>
            </a:prstGeom>
            <a:noFill/>
          </p:spPr>
          <p:txBody>
            <a:bodyPr wrap="square" rtlCol="0">
              <a:spAutoFit/>
            </a:bodyPr>
            <a:p>
              <a:pPr algn="ctr"/>
              <a:r>
                <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9" name="文本框 8"/>
            <p:cNvSpPr txBox="1"/>
            <p:nvPr/>
          </p:nvSpPr>
          <p:spPr>
            <a:xfrm>
              <a:off x="8114" y="348"/>
              <a:ext cx="2250" cy="580"/>
            </a:xfrm>
            <a:prstGeom prst="rect">
              <a:avLst/>
            </a:prstGeom>
            <a:noFill/>
          </p:spPr>
          <p:txBody>
            <a:bodyPr wrap="square" rtlCol="0">
              <a:spAutoFit/>
            </a:bodyPr>
            <a:p>
              <a:pPr algn="ct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设计及实现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11" name="文本框 10"/>
            <p:cNvSpPr txBox="1"/>
            <p:nvPr/>
          </p:nvSpPr>
          <p:spPr>
            <a:xfrm>
              <a:off x="12977" y="311"/>
              <a:ext cx="2349" cy="58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12"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文本框 15"/>
            <p:cNvSpPr txBox="1"/>
            <p:nvPr/>
          </p:nvSpPr>
          <p:spPr>
            <a:xfrm>
              <a:off x="10532" y="321"/>
              <a:ext cx="2300" cy="580"/>
            </a:xfrm>
            <a:prstGeom prst="rect">
              <a:avLst/>
            </a:prstGeom>
            <a:noFill/>
          </p:spPr>
          <p:txBody>
            <a:bodyPr wrap="square" rtlCol="0">
              <a:spAutoFit/>
            </a:bodyPr>
            <a:p>
              <a:pPr algn="ct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17"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43456" y="21775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827270" y="2561590"/>
            <a:ext cx="2537460" cy="3545205"/>
          </a:xfrm>
          <a:prstGeom prst="rect">
            <a:avLst/>
          </a:prstGeom>
          <a:solidFill>
            <a:srgbClr val="DAE4ED"/>
          </a:solidFill>
          <a:ln>
            <a:solidFill>
              <a:srgbClr val="2661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283460" y="2561590"/>
            <a:ext cx="2537460" cy="3545205"/>
          </a:xfrm>
          <a:prstGeom prst="rect">
            <a:avLst/>
          </a:prstGeom>
          <a:solidFill>
            <a:srgbClr val="26619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526665" y="2924175"/>
            <a:ext cx="2045970" cy="460375"/>
          </a:xfrm>
          <a:prstGeom prst="rect">
            <a:avLst/>
          </a:prstGeom>
          <a:noFill/>
        </p:spPr>
        <p:txBody>
          <a:bodyPr wrap="square" rtlCol="0">
            <a:spAutoFit/>
          </a:bodyPr>
          <a:lstStyle/>
          <a:p>
            <a:pPr algn="ctr"/>
            <a:r>
              <a:rPr lang="zh-CN" altLang="en-US" sz="2400" dirty="0">
                <a:solidFill>
                  <a:schemeClr val="bg1"/>
                </a:solidFill>
                <a:latin typeface="思源黑体 CN Medium" panose="020B0600000000000000" pitchFamily="34" charset="-122"/>
                <a:ea typeface="思源黑体 CN Medium" panose="020B0600000000000000" pitchFamily="34" charset="-122"/>
              </a:rPr>
              <a:t>纹理资源</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sp>
        <p:nvSpPr>
          <p:cNvPr id="13" name="文本框 12"/>
          <p:cNvSpPr txBox="1"/>
          <p:nvPr/>
        </p:nvSpPr>
        <p:spPr>
          <a:xfrm>
            <a:off x="5131435" y="2924175"/>
            <a:ext cx="2036445" cy="460375"/>
          </a:xfrm>
          <a:prstGeom prst="rect">
            <a:avLst/>
          </a:prstGeom>
          <a:noFill/>
        </p:spPr>
        <p:txBody>
          <a:bodyPr wrap="square" rtlCol="0">
            <a:spAutoFit/>
          </a:bodyPr>
          <a:lstStyle/>
          <a:p>
            <a:pPr algn="ctr"/>
            <a:r>
              <a:rPr lang="zh-CN" altLang="en-US" sz="2400" dirty="0">
                <a:solidFill>
                  <a:srgbClr val="266196"/>
                </a:solidFill>
                <a:latin typeface="思源黑体 CN Medium" panose="020B0600000000000000" pitchFamily="34" charset="-122"/>
                <a:ea typeface="思源黑体 CN Medium" panose="020B0600000000000000" pitchFamily="34" charset="-122"/>
              </a:rPr>
              <a:t>矩阵</a:t>
            </a:r>
            <a:r>
              <a:rPr lang="zh-CN" altLang="en-US" sz="2400" dirty="0">
                <a:solidFill>
                  <a:srgbClr val="266196"/>
                </a:solidFill>
                <a:latin typeface="思源黑体 CN Medium" panose="020B0600000000000000" pitchFamily="34" charset="-122"/>
                <a:ea typeface="思源黑体 CN Medium" panose="020B0600000000000000" pitchFamily="34" charset="-122"/>
              </a:rPr>
              <a:t>资源</a:t>
            </a:r>
            <a:endParaRPr lang="zh-CN" altLang="en-US" sz="2400" dirty="0">
              <a:solidFill>
                <a:srgbClr val="266196"/>
              </a:solidFill>
              <a:latin typeface="思源黑体 CN Medium" panose="020B0600000000000000" pitchFamily="34" charset="-122"/>
              <a:ea typeface="思源黑体 CN Medium" panose="020B0600000000000000" pitchFamily="34" charset="-122"/>
            </a:endParaRPr>
          </a:p>
        </p:txBody>
      </p:sp>
      <p:sp>
        <p:nvSpPr>
          <p:cNvPr id="14" name="矩形 13"/>
          <p:cNvSpPr/>
          <p:nvPr/>
        </p:nvSpPr>
        <p:spPr>
          <a:xfrm flipH="1">
            <a:off x="2487295" y="3590925"/>
            <a:ext cx="2085340" cy="215582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lvl="0" eaLnBrk="1" hangingPunct="1">
              <a:lnSpc>
                <a:spcPct val="120000"/>
              </a:lnSpc>
              <a:spcBef>
                <a:spcPct val="0"/>
              </a:spcBef>
              <a:buFont typeface="Wingdings" panose="05000000000000000000" charset="0"/>
              <a:buChar char="Ø"/>
            </a:pPr>
            <a:r>
              <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rPr>
              <a:t>G Buffer</a:t>
            </a:r>
            <a:endPar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rPr>
              <a:t>Scene </a:t>
            </a:r>
            <a:r>
              <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rPr>
              <a:t>Color</a:t>
            </a:r>
            <a:endPar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rPr>
              <a:t>更新策略：在相机分辨率发生改变的时候更新</a:t>
            </a:r>
            <a:endPar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a:p>
            <a:pPr marL="0" lvl="0" indent="0" eaLnBrk="1" hangingPunct="1">
              <a:lnSpc>
                <a:spcPct val="120000"/>
              </a:lnSpc>
              <a:spcBef>
                <a:spcPct val="0"/>
              </a:spcBef>
              <a:buFont typeface="Wingdings" panose="05000000000000000000" charset="0"/>
              <a:buNone/>
            </a:pPr>
            <a:endPar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p:txBody>
      </p:sp>
      <p:sp>
        <p:nvSpPr>
          <p:cNvPr id="15" name="矩形 14"/>
          <p:cNvSpPr/>
          <p:nvPr/>
        </p:nvSpPr>
        <p:spPr>
          <a:xfrm flipH="1">
            <a:off x="5082540" y="3590925"/>
            <a:ext cx="2085340" cy="186118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lvl="0" eaLnBrk="1" hangingPunct="1">
              <a:lnSpc>
                <a:spcPct val="120000"/>
              </a:lnSpc>
              <a:spcBef>
                <a:spcPct val="0"/>
              </a:spcBef>
              <a:buFont typeface="Wingdings" panose="05000000000000000000" charset="0"/>
              <a:buChar char="Ø"/>
            </a:pP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各种变换</a:t>
            </a: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矩阵</a:t>
            </a: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更新</a:t>
            </a: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策略：实时</a:t>
            </a: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更新</a:t>
            </a: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marL="0" lvl="0" indent="0" eaLnBrk="1" hangingPunct="1">
              <a:lnSpc>
                <a:spcPct val="120000"/>
              </a:lnSpc>
              <a:spcBef>
                <a:spcPct val="0"/>
              </a:spcBef>
              <a:buFont typeface="Wingdings" panose="05000000000000000000" charset="0"/>
              <a:buNone/>
            </a:pP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p:txBody>
      </p:sp>
      <p:sp>
        <p:nvSpPr>
          <p:cNvPr id="19" name="矩形 18"/>
          <p:cNvSpPr/>
          <p:nvPr/>
        </p:nvSpPr>
        <p:spPr>
          <a:xfrm>
            <a:off x="7364730" y="2561590"/>
            <a:ext cx="2537460" cy="3545205"/>
          </a:xfrm>
          <a:prstGeom prst="rect">
            <a:avLst/>
          </a:prstGeom>
          <a:solidFill>
            <a:schemeClr val="bg1">
              <a:lumMod val="95000"/>
            </a:schemeClr>
          </a:solidFill>
          <a:ln>
            <a:solidFill>
              <a:srgbClr val="2661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7668895" y="2924175"/>
            <a:ext cx="2036445" cy="460375"/>
          </a:xfrm>
          <a:prstGeom prst="rect">
            <a:avLst/>
          </a:prstGeom>
          <a:noFill/>
        </p:spPr>
        <p:txBody>
          <a:bodyPr wrap="square" rtlCol="0">
            <a:spAutoFit/>
          </a:bodyPr>
          <a:lstStyle/>
          <a:p>
            <a:pPr algn="ctr"/>
            <a:r>
              <a:rPr lang="zh-CN" altLang="en-US" sz="2400" dirty="0">
                <a:solidFill>
                  <a:srgbClr val="266196"/>
                </a:solidFill>
                <a:latin typeface="思源黑体 CN Medium" panose="020B0600000000000000" pitchFamily="34" charset="-122"/>
                <a:ea typeface="思源黑体 CN Medium" panose="020B0600000000000000" pitchFamily="34" charset="-122"/>
              </a:rPr>
              <a:t>渲染</a:t>
            </a:r>
            <a:r>
              <a:rPr lang="zh-CN" altLang="en-US" sz="2400" dirty="0">
                <a:solidFill>
                  <a:srgbClr val="266196"/>
                </a:solidFill>
                <a:latin typeface="思源黑体 CN Medium" panose="020B0600000000000000" pitchFamily="34" charset="-122"/>
                <a:ea typeface="思源黑体 CN Medium" panose="020B0600000000000000" pitchFamily="34" charset="-122"/>
              </a:rPr>
              <a:t>参数</a:t>
            </a:r>
            <a:endParaRPr lang="zh-CN" altLang="en-US" sz="2400" dirty="0">
              <a:solidFill>
                <a:srgbClr val="266196"/>
              </a:solidFill>
              <a:latin typeface="思源黑体 CN Medium" panose="020B0600000000000000" pitchFamily="34" charset="-122"/>
              <a:ea typeface="思源黑体 CN Medium" panose="020B0600000000000000" pitchFamily="34" charset="-122"/>
            </a:endParaRPr>
          </a:p>
        </p:txBody>
      </p:sp>
      <p:sp>
        <p:nvSpPr>
          <p:cNvPr id="22" name="矩形 21"/>
          <p:cNvSpPr/>
          <p:nvPr/>
        </p:nvSpPr>
        <p:spPr>
          <a:xfrm flipH="1">
            <a:off x="7620000" y="3590925"/>
            <a:ext cx="2085340" cy="274574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lvl="0" eaLnBrk="1" hangingPunct="1">
              <a:lnSpc>
                <a:spcPct val="120000"/>
              </a:lnSpc>
              <a:spcBef>
                <a:spcPct val="0"/>
              </a:spcBef>
              <a:buFont typeface="Wingdings" panose="05000000000000000000" charset="0"/>
              <a:buChar char="Ø"/>
            </a:pP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控制渲染质量的相关</a:t>
            </a: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参数</a:t>
            </a: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更新策略：实时</a:t>
            </a: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更新</a:t>
            </a: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p:txBody>
      </p:sp>
      <p:sp>
        <p:nvSpPr>
          <p:cNvPr id="26" name="矩形 25" descr="e7d195523061f1c09e9d68d7cf438b91ef959ecb14fc25d26BBA7F7DBC18E55DFF4014AF651F0BF2569D4B6C1DA7F1A4683A481403BD872FC687266AD13265C1DE7C373772FD8728ABDD69ADD03BFF5BE2862BC891DBB79E10DB513E374AE534FA998B5905FE5628651D9625737F40972089C532E5406DDB64F9FF52DCC7F4E0E52573EB41B30AC074A5450FD255FE64"/>
          <p:cNvSpPr/>
          <p:nvPr/>
        </p:nvSpPr>
        <p:spPr>
          <a:xfrm>
            <a:off x="698500" y="1294130"/>
            <a:ext cx="6749415" cy="1014730"/>
          </a:xfrm>
          <a:prstGeom prst="rect">
            <a:avLst/>
          </a:prstGeom>
          <a:effec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lgn="l">
              <a:lnSpc>
                <a:spcPct val="150000"/>
              </a:lnSpc>
              <a:buClr>
                <a:srgbClr val="E7E6E6">
                  <a:lumMod val="10000"/>
                </a:srgbClr>
              </a:buClr>
              <a:buSzTx/>
              <a:buFont typeface="Wingdings" panose="05000000000000000000" charset="0"/>
              <a:buChar char="Ø"/>
            </a:pPr>
            <a:r>
              <a:rPr lang="zh-CN" altLang="en-US" sz="2000" dirty="0">
                <a:solidFill>
                  <a:srgbClr val="266196"/>
                </a:solidFill>
                <a:cs typeface="+mn-ea"/>
                <a:sym typeface="+mn-lt"/>
              </a:rPr>
              <a:t>运行在</a:t>
            </a:r>
            <a:r>
              <a:rPr lang="en-US" altLang="zh-CN" sz="2000" dirty="0">
                <a:solidFill>
                  <a:srgbClr val="266196"/>
                </a:solidFill>
                <a:cs typeface="+mn-ea"/>
                <a:sym typeface="+mn-lt"/>
              </a:rPr>
              <a:t>CPU</a:t>
            </a:r>
            <a:r>
              <a:rPr lang="zh-CN" altLang="en-US" sz="2000" dirty="0">
                <a:solidFill>
                  <a:srgbClr val="266196"/>
                </a:solidFill>
                <a:cs typeface="+mn-ea"/>
                <a:sym typeface="+mn-lt"/>
              </a:rPr>
              <a:t>端</a:t>
            </a:r>
            <a:endParaRPr lang="zh-CN" altLang="en-US" sz="2000" dirty="0">
              <a:solidFill>
                <a:srgbClr val="266196"/>
              </a:solidFill>
              <a:cs typeface="+mn-ea"/>
              <a:sym typeface="+mn-lt"/>
            </a:endParaRPr>
          </a:p>
          <a:p>
            <a:pPr marL="342900" indent="-342900" algn="l">
              <a:lnSpc>
                <a:spcPct val="150000"/>
              </a:lnSpc>
              <a:buClr>
                <a:srgbClr val="E7E6E6">
                  <a:lumMod val="10000"/>
                </a:srgbClr>
              </a:buClr>
              <a:buSzTx/>
              <a:buFont typeface="Wingdings" panose="05000000000000000000" charset="0"/>
              <a:buChar char="Ø"/>
            </a:pPr>
            <a:r>
              <a:rPr lang="zh-CN" altLang="en-US" sz="2000" dirty="0">
                <a:solidFill>
                  <a:srgbClr val="266196"/>
                </a:solidFill>
                <a:cs typeface="+mn-ea"/>
                <a:sym typeface="+mn-lt"/>
              </a:rPr>
              <a:t>管理、更新、绑定各种纹理、矩阵资源和渲染</a:t>
            </a:r>
            <a:r>
              <a:rPr lang="zh-CN" altLang="en-US" sz="2000" dirty="0">
                <a:solidFill>
                  <a:srgbClr val="266196"/>
                </a:solidFill>
                <a:cs typeface="+mn-ea"/>
                <a:sym typeface="+mn-lt"/>
              </a:rPr>
              <a:t>参数</a:t>
            </a:r>
            <a:endParaRPr lang="zh-CN" altLang="en-US" sz="2000" dirty="0">
              <a:solidFill>
                <a:srgbClr val="266196"/>
              </a:solidFill>
              <a:cs typeface="+mn-ea"/>
              <a:sym typeface="+mn-lt"/>
            </a:endParaRPr>
          </a:p>
        </p:txBody>
      </p:sp>
      <p:sp>
        <p:nvSpPr>
          <p:cNvPr id="2" name="文本框 1"/>
          <p:cNvSpPr txBox="1"/>
          <p:nvPr/>
        </p:nvSpPr>
        <p:spPr>
          <a:xfrm>
            <a:off x="218471" y="724438"/>
            <a:ext cx="6377679" cy="583565"/>
          </a:xfrm>
          <a:prstGeom prst="rect">
            <a:avLst/>
          </a:prstGeom>
          <a:noFill/>
        </p:spPr>
        <p:txBody>
          <a:bodyPr wrap="square" rtlCol="0">
            <a:spAutoFit/>
          </a:bodyPr>
          <a:p>
            <a:pPr algn="l">
              <a:buClrTx/>
              <a:buSzTx/>
              <a:buFontTx/>
            </a:pPr>
            <a:r>
              <a:rPr lang="zh-CN" altLang="en-US" sz="3200" dirty="0">
                <a:solidFill>
                  <a:srgbClr val="266196"/>
                </a:solidFill>
                <a:latin typeface="思源黑体 CN Medium" panose="020B0600000000000000" pitchFamily="34" charset="-122"/>
                <a:ea typeface="思源黑体 CN Medium" panose="020B0600000000000000" pitchFamily="34" charset="-122"/>
                <a:sym typeface="+mn-ea"/>
              </a:rPr>
              <a:t>数据准备</a:t>
            </a:r>
            <a:endParaRPr lang="zh-CN" altLang="en-US" sz="3200" dirty="0">
              <a:solidFill>
                <a:srgbClr val="266196"/>
              </a:solidFill>
              <a:latin typeface="思源黑体 CN Medium" panose="020B0600000000000000" pitchFamily="34" charset="-122"/>
              <a:ea typeface="思源黑体 CN Medium" panose="020B0600000000000000" pitchFamily="34" charset="-122"/>
            </a:endParaRPr>
          </a:p>
        </p:txBody>
      </p:sp>
      <p:grpSp>
        <p:nvGrpSpPr>
          <p:cNvPr id="3" name="组合 2"/>
          <p:cNvGrpSpPr/>
          <p:nvPr/>
        </p:nvGrpSpPr>
        <p:grpSpPr>
          <a:xfrm>
            <a:off x="0" y="206375"/>
            <a:ext cx="7390765" cy="391795"/>
            <a:chOff x="3687" y="311"/>
            <a:chExt cx="11639" cy="617"/>
          </a:xfrm>
        </p:grpSpPr>
        <p:sp>
          <p:nvSpPr>
            <p:cNvPr id="6" name="文本框 5"/>
            <p:cNvSpPr txBox="1"/>
            <p:nvPr/>
          </p:nvSpPr>
          <p:spPr>
            <a:xfrm>
              <a:off x="3687" y="321"/>
              <a:ext cx="2464" cy="580"/>
            </a:xfrm>
            <a:prstGeom prst="rect">
              <a:avLst/>
            </a:prstGeom>
            <a:noFill/>
          </p:spPr>
          <p:txBody>
            <a:bodyPr wrap="square" rtlCol="0">
              <a:spAutoFit/>
            </a:bodyPr>
            <a:p>
              <a:pPr algn="ctr">
                <a:buClrTx/>
                <a:buSzTx/>
                <a:buFontTx/>
              </a:pPr>
              <a:r>
                <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8" name="文本框 7"/>
            <p:cNvSpPr txBox="1"/>
            <p:nvPr/>
          </p:nvSpPr>
          <p:spPr>
            <a:xfrm>
              <a:off x="6215" y="321"/>
              <a:ext cx="1801" cy="580"/>
            </a:xfrm>
            <a:prstGeom prst="rect">
              <a:avLst/>
            </a:prstGeom>
            <a:noFill/>
          </p:spPr>
          <p:txBody>
            <a:bodyPr wrap="square" rtlCol="0">
              <a:spAutoFit/>
            </a:bodyPr>
            <a:p>
              <a:pPr algn="ctr"/>
              <a:r>
                <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9" name="文本框 8"/>
            <p:cNvSpPr txBox="1"/>
            <p:nvPr/>
          </p:nvSpPr>
          <p:spPr>
            <a:xfrm>
              <a:off x="8114" y="348"/>
              <a:ext cx="2250" cy="580"/>
            </a:xfrm>
            <a:prstGeom prst="rect">
              <a:avLst/>
            </a:prstGeom>
            <a:noFill/>
          </p:spPr>
          <p:txBody>
            <a:bodyPr wrap="square" rtlCol="0">
              <a:spAutoFit/>
            </a:bodyPr>
            <a:p>
              <a:pPr algn="ct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设计及实现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4" name="文本框 3"/>
            <p:cNvSpPr txBox="1"/>
            <p:nvPr/>
          </p:nvSpPr>
          <p:spPr>
            <a:xfrm>
              <a:off x="12977" y="311"/>
              <a:ext cx="2349" cy="58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7"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nvSpPr>
          <p:spPr>
            <a:xfrm>
              <a:off x="10532" y="321"/>
              <a:ext cx="2300" cy="580"/>
            </a:xfrm>
            <a:prstGeom prst="rect">
              <a:avLst/>
            </a:prstGeom>
            <a:noFill/>
          </p:spPr>
          <p:txBody>
            <a:bodyPr wrap="square" rtlCol="0">
              <a:spAutoFit/>
            </a:bodyPr>
            <a:p>
              <a:pPr algn="ct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1"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43456" y="21775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26"/>
          <p:cNvSpPr txBox="1"/>
          <p:nvPr/>
        </p:nvSpPr>
        <p:spPr>
          <a:xfrm>
            <a:off x="798195" y="1876425"/>
            <a:ext cx="5345430" cy="829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dirty="0">
                <a:solidFill>
                  <a:srgbClr val="266196"/>
                </a:solidFill>
                <a:latin typeface="思源黑体 CN Normal" panose="020B0400000000000000" charset="-122"/>
                <a:ea typeface="思源黑体 CN Normal" panose="020B0400000000000000" charset="-122"/>
              </a:rPr>
              <a:t>层次Z缓冲</a:t>
            </a:r>
            <a:endParaRPr lang="zh-CN" altLang="en-US" sz="2400" dirty="0">
              <a:solidFill>
                <a:srgbClr val="266196"/>
              </a:solidFill>
              <a:latin typeface="思源黑体 CN Normal" panose="020B0400000000000000" charset="-122"/>
              <a:ea typeface="思源黑体 CN Normal" panose="020B0400000000000000" charset="-122"/>
            </a:endParaRPr>
          </a:p>
          <a:p>
            <a:pPr algn="ctr"/>
            <a:r>
              <a:rPr lang="zh-CN" altLang="en-US" sz="2400" dirty="0">
                <a:solidFill>
                  <a:srgbClr val="266196"/>
                </a:solidFill>
                <a:latin typeface="思源黑体 CN Normal" panose="020B0400000000000000" charset="-122"/>
                <a:ea typeface="思源黑体 CN Normal" panose="020B0400000000000000" charset="-122"/>
              </a:rPr>
              <a:t>（Hierarchical Z Buffer）</a:t>
            </a:r>
            <a:endParaRPr lang="zh-CN" altLang="en-US" sz="2400" dirty="0">
              <a:solidFill>
                <a:srgbClr val="266196"/>
              </a:solidFill>
              <a:latin typeface="思源黑体 CN Normal" panose="020B0400000000000000" charset="-122"/>
              <a:ea typeface="思源黑体 CN Normal" panose="020B0400000000000000" charset="-122"/>
            </a:endParaRPr>
          </a:p>
        </p:txBody>
      </p:sp>
      <p:cxnSp>
        <p:nvCxnSpPr>
          <p:cNvPr id="49" name="直接连接符 48"/>
          <p:cNvCxnSpPr/>
          <p:nvPr/>
        </p:nvCxnSpPr>
        <p:spPr>
          <a:xfrm flipH="1">
            <a:off x="1305611" y="2706479"/>
            <a:ext cx="4330700" cy="0"/>
          </a:xfrm>
          <a:prstGeom prst="line">
            <a:avLst/>
          </a:prstGeom>
          <a:ln>
            <a:gradFill>
              <a:gsLst>
                <a:gs pos="0">
                  <a:srgbClr val="FFFFFF"/>
                </a:gs>
                <a:gs pos="100000">
                  <a:srgbClr val="292929"/>
                </a:gs>
              </a:gsLst>
              <a:lin ang="10800000" scaled="1"/>
              <a:tileRect r="-100000" b="-100000"/>
            </a:gradFill>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flipH="1">
            <a:off x="981126" y="2813159"/>
            <a:ext cx="4833620" cy="156845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光线步进的质量和效率取决于步长</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选择</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使用</a:t>
            </a:r>
            <a:r>
              <a:rPr lang="en-US" altLang="zh-CN" sz="2000" dirty="0">
                <a:solidFill>
                  <a:srgbClr val="266196"/>
                </a:solidFill>
                <a:latin typeface="等线 Light" panose="02010600030101010101" charset="-122"/>
                <a:ea typeface="等线 Light" panose="02010600030101010101" charset="-122"/>
                <a:cs typeface="Arial" panose="020B0604020202020204" pitchFamily="34" charset="0"/>
                <a:sym typeface="+mn-ea"/>
              </a:rPr>
              <a:t>Hi-Z</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缓冲步进替代线性光线</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步进</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使用单独一个</a:t>
            </a:r>
            <a:r>
              <a:rPr lang="en-US" altLang="zh-CN" sz="2000" dirty="0">
                <a:solidFill>
                  <a:srgbClr val="266196"/>
                </a:solidFill>
                <a:latin typeface="等线 Light" panose="02010600030101010101" charset="-122"/>
                <a:ea typeface="等线 Light" panose="02010600030101010101" charset="-122"/>
                <a:cs typeface="Arial" panose="020B0604020202020204" pitchFamily="34" charset="0"/>
                <a:sym typeface="+mn-ea"/>
              </a:rPr>
              <a:t>Pass</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生成</a:t>
            </a:r>
            <a:r>
              <a:rPr lang="en-US" altLang="zh-CN" sz="2000" dirty="0">
                <a:solidFill>
                  <a:srgbClr val="266196"/>
                </a:solidFill>
                <a:latin typeface="等线 Light" panose="02010600030101010101" charset="-122"/>
                <a:ea typeface="等线 Light" panose="02010600030101010101" charset="-122"/>
                <a:cs typeface="Arial" panose="020B0604020202020204" pitchFamily="34" charset="0"/>
                <a:sym typeface="+mn-ea"/>
              </a:rPr>
              <a:t>Hi-Z</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缓冲</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存储在</a:t>
            </a:r>
            <a:r>
              <a:rPr lang="en-US" altLang="zh-CN" sz="2000" dirty="0">
                <a:solidFill>
                  <a:srgbClr val="266196"/>
                </a:solidFill>
                <a:latin typeface="等线 Light" panose="02010600030101010101" charset="-122"/>
                <a:ea typeface="等线 Light" panose="02010600030101010101" charset="-122"/>
                <a:cs typeface="Arial" panose="020B0604020202020204" pitchFamily="34" charset="0"/>
                <a:sym typeface="+mn-ea"/>
              </a:rPr>
              <a:t>Texture</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的不同</a:t>
            </a:r>
            <a:r>
              <a:rPr lang="en-US" altLang="zh-CN" sz="2000" dirty="0">
                <a:solidFill>
                  <a:srgbClr val="266196"/>
                </a:solidFill>
                <a:latin typeface="等线 Light" panose="02010600030101010101" charset="-122"/>
                <a:ea typeface="等线 Light" panose="02010600030101010101" charset="-122"/>
                <a:cs typeface="Arial" panose="020B0604020202020204" pitchFamily="34" charset="0"/>
                <a:sym typeface="+mn-ea"/>
              </a:rPr>
              <a:t>Mip Map</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层级</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中</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p:txBody>
      </p:sp>
      <p:pic>
        <p:nvPicPr>
          <p:cNvPr id="7" name="图片 17" descr="Hiz"/>
          <p:cNvPicPr>
            <a:picLocks noChangeAspect="1"/>
          </p:cNvPicPr>
          <p:nvPr/>
        </p:nvPicPr>
        <p:blipFill>
          <a:blip r:embed="rId1"/>
          <a:stretch>
            <a:fillRect/>
          </a:stretch>
        </p:blipFill>
        <p:spPr>
          <a:xfrm>
            <a:off x="5995670" y="4557713"/>
            <a:ext cx="5416550" cy="1548765"/>
          </a:xfrm>
          <a:prstGeom prst="rect">
            <a:avLst/>
          </a:prstGeom>
          <a:noFill/>
          <a:ln>
            <a:noFill/>
          </a:ln>
        </p:spPr>
      </p:pic>
      <p:pic>
        <p:nvPicPr>
          <p:cNvPr id="2" name="图片 1" descr="hiz"/>
          <p:cNvPicPr>
            <a:picLocks noChangeAspect="1"/>
          </p:cNvPicPr>
          <p:nvPr/>
        </p:nvPicPr>
        <p:blipFill>
          <a:blip r:embed="rId2"/>
          <a:stretch>
            <a:fillRect/>
          </a:stretch>
        </p:blipFill>
        <p:spPr>
          <a:xfrm>
            <a:off x="6036945" y="1726565"/>
            <a:ext cx="5334000" cy="2143125"/>
          </a:xfrm>
          <a:prstGeom prst="rect">
            <a:avLst/>
          </a:prstGeom>
        </p:spPr>
      </p:pic>
      <p:sp>
        <p:nvSpPr>
          <p:cNvPr id="4" name="文本框 3"/>
          <p:cNvSpPr txBox="1"/>
          <p:nvPr/>
        </p:nvSpPr>
        <p:spPr>
          <a:xfrm>
            <a:off x="6980555" y="3869690"/>
            <a:ext cx="3782695" cy="414020"/>
          </a:xfrm>
          <a:prstGeom prst="rect">
            <a:avLst/>
          </a:prstGeom>
          <a:noFill/>
          <a:ln w="9525">
            <a:noFill/>
          </a:ln>
        </p:spPr>
        <p:txBody>
          <a:bodyPr wrap="square">
            <a:spAutoFit/>
          </a:bodyPr>
          <a:p>
            <a:pPr algn="ctr" defTabSz="685800">
              <a:lnSpc>
                <a:spcPct val="150000"/>
              </a:lnSpc>
              <a:buClr>
                <a:srgbClr val="E7E6E6">
                  <a:lumMod val="10000"/>
                </a:srgbClr>
              </a:buClr>
              <a:buSzTx/>
              <a:buFontTx/>
            </a:pPr>
            <a:r>
              <a:rPr lang="zh-CN" altLang="en-US" sz="1400" b="0" dirty="0">
                <a:solidFill>
                  <a:srgbClr val="266196"/>
                </a:solidFill>
                <a:cs typeface="+mn-ea"/>
              </a:rPr>
              <a:t> </a:t>
            </a:r>
            <a:r>
              <a:rPr lang="en-US" altLang="zh-CN" sz="1400" b="0" dirty="0">
                <a:solidFill>
                  <a:srgbClr val="266196"/>
                </a:solidFill>
                <a:cs typeface="+mn-ea"/>
              </a:rPr>
              <a:t>Hi-Z</a:t>
            </a:r>
            <a:r>
              <a:rPr lang="zh-CN" altLang="en-US" sz="1400" b="0" dirty="0">
                <a:solidFill>
                  <a:srgbClr val="266196"/>
                </a:solidFill>
                <a:cs typeface="+mn-ea"/>
              </a:rPr>
              <a:t>缓冲区生成</a:t>
            </a:r>
            <a:r>
              <a:rPr lang="zh-CN" altLang="en-US" sz="1400" b="0" dirty="0">
                <a:solidFill>
                  <a:srgbClr val="266196"/>
                </a:solidFill>
                <a:cs typeface="+mn-ea"/>
              </a:rPr>
              <a:t>过程</a:t>
            </a:r>
            <a:endParaRPr lang="zh-CN" altLang="en-US" sz="1400" b="0" dirty="0">
              <a:solidFill>
                <a:srgbClr val="266196"/>
              </a:solidFill>
              <a:cs typeface="+mn-ea"/>
            </a:endParaRPr>
          </a:p>
        </p:txBody>
      </p:sp>
      <p:sp>
        <p:nvSpPr>
          <p:cNvPr id="8" name="文本框 7"/>
          <p:cNvSpPr txBox="1"/>
          <p:nvPr/>
        </p:nvSpPr>
        <p:spPr>
          <a:xfrm>
            <a:off x="7004050" y="6106795"/>
            <a:ext cx="3782695" cy="414020"/>
          </a:xfrm>
          <a:prstGeom prst="rect">
            <a:avLst/>
          </a:prstGeom>
          <a:noFill/>
          <a:ln w="9525">
            <a:noFill/>
          </a:ln>
        </p:spPr>
        <p:txBody>
          <a:bodyPr wrap="square">
            <a:spAutoFit/>
          </a:bodyPr>
          <a:p>
            <a:pPr algn="ctr" defTabSz="685800">
              <a:lnSpc>
                <a:spcPct val="150000"/>
              </a:lnSpc>
              <a:buClr>
                <a:srgbClr val="E7E6E6">
                  <a:lumMod val="10000"/>
                </a:srgbClr>
              </a:buClr>
              <a:buSzTx/>
              <a:buFontTx/>
            </a:pPr>
            <a:r>
              <a:rPr lang="en-US" altLang="zh-CN" sz="1400" b="0" dirty="0">
                <a:solidFill>
                  <a:srgbClr val="266196"/>
                </a:solidFill>
                <a:cs typeface="+mn-ea"/>
              </a:rPr>
              <a:t> </a:t>
            </a:r>
            <a:r>
              <a:rPr lang="zh-CN" altLang="en-US" sz="1400" b="0" dirty="0">
                <a:solidFill>
                  <a:srgbClr val="266196"/>
                </a:solidFill>
                <a:cs typeface="+mn-ea"/>
              </a:rPr>
              <a:t>Hi-Z缓冲区</a:t>
            </a:r>
            <a:r>
              <a:rPr lang="zh-CN" altLang="en-US" sz="1400" b="0" dirty="0">
                <a:solidFill>
                  <a:srgbClr val="266196"/>
                </a:solidFill>
                <a:cs typeface="+mn-ea"/>
              </a:rPr>
              <a:t>结果</a:t>
            </a:r>
            <a:endParaRPr lang="zh-CN" altLang="en-US" sz="1400" b="0" dirty="0">
              <a:solidFill>
                <a:srgbClr val="266196"/>
              </a:solidFill>
              <a:cs typeface="+mn-ea"/>
            </a:endParaRPr>
          </a:p>
        </p:txBody>
      </p:sp>
      <p:sp>
        <p:nvSpPr>
          <p:cNvPr id="20" name="文本框 19"/>
          <p:cNvSpPr txBox="1"/>
          <p:nvPr/>
        </p:nvSpPr>
        <p:spPr>
          <a:xfrm>
            <a:off x="218471" y="724438"/>
            <a:ext cx="6377679" cy="583565"/>
          </a:xfrm>
          <a:prstGeom prst="rect">
            <a:avLst/>
          </a:prstGeom>
          <a:noFill/>
        </p:spPr>
        <p:txBody>
          <a:bodyPr wrap="square" rtlCol="0">
            <a:spAutoFit/>
          </a:bodyPr>
          <a:p>
            <a:pPr algn="l">
              <a:buClrTx/>
              <a:buSzTx/>
              <a:buFontTx/>
            </a:pPr>
            <a:r>
              <a:rPr lang="zh-CN" altLang="en-US" sz="3200" dirty="0">
                <a:solidFill>
                  <a:srgbClr val="266196"/>
                </a:solidFill>
                <a:latin typeface="思源黑体 CN Medium" panose="020B0600000000000000" pitchFamily="34" charset="-122"/>
                <a:ea typeface="思源黑体 CN Medium" panose="020B0600000000000000" pitchFamily="34" charset="-122"/>
                <a:sym typeface="+mn-ea"/>
              </a:rPr>
              <a:t>加速结构</a:t>
            </a:r>
            <a:r>
              <a:rPr lang="zh-CN" altLang="en-US" sz="3200" dirty="0">
                <a:solidFill>
                  <a:srgbClr val="266196"/>
                </a:solidFill>
                <a:latin typeface="思源黑体 CN Medium" panose="020B0600000000000000" pitchFamily="34" charset="-122"/>
                <a:ea typeface="思源黑体 CN Medium" panose="020B0600000000000000" pitchFamily="34" charset="-122"/>
                <a:sym typeface="+mn-ea"/>
              </a:rPr>
              <a:t>构建</a:t>
            </a:r>
            <a:endParaRPr lang="zh-CN" altLang="en-US" sz="3200" dirty="0">
              <a:solidFill>
                <a:srgbClr val="266196"/>
              </a:solidFill>
              <a:latin typeface="思源黑体 CN Medium" panose="020B0600000000000000" pitchFamily="34" charset="-122"/>
              <a:ea typeface="思源黑体 CN Medium" panose="020B0600000000000000" pitchFamily="34" charset="-122"/>
            </a:endParaRPr>
          </a:p>
        </p:txBody>
      </p:sp>
      <p:grpSp>
        <p:nvGrpSpPr>
          <p:cNvPr id="22" name="组合 21"/>
          <p:cNvGrpSpPr/>
          <p:nvPr/>
        </p:nvGrpSpPr>
        <p:grpSpPr>
          <a:xfrm>
            <a:off x="0" y="206375"/>
            <a:ext cx="7390765" cy="391795"/>
            <a:chOff x="3687" y="311"/>
            <a:chExt cx="11639" cy="617"/>
          </a:xfrm>
        </p:grpSpPr>
        <p:sp>
          <p:nvSpPr>
            <p:cNvPr id="23" name="文本框 22"/>
            <p:cNvSpPr txBox="1"/>
            <p:nvPr/>
          </p:nvSpPr>
          <p:spPr>
            <a:xfrm>
              <a:off x="3687" y="321"/>
              <a:ext cx="2464" cy="580"/>
            </a:xfrm>
            <a:prstGeom prst="rect">
              <a:avLst/>
            </a:prstGeom>
            <a:noFill/>
          </p:spPr>
          <p:txBody>
            <a:bodyPr wrap="square" rtlCol="0">
              <a:spAutoFit/>
            </a:bodyPr>
            <a:p>
              <a:pPr algn="ctr">
                <a:buClrTx/>
                <a:buSzTx/>
                <a:buFontTx/>
              </a:pPr>
              <a:r>
                <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4" name="文本框 23"/>
            <p:cNvSpPr txBox="1"/>
            <p:nvPr/>
          </p:nvSpPr>
          <p:spPr>
            <a:xfrm>
              <a:off x="6215" y="321"/>
              <a:ext cx="1801" cy="580"/>
            </a:xfrm>
            <a:prstGeom prst="rect">
              <a:avLst/>
            </a:prstGeom>
            <a:noFill/>
          </p:spPr>
          <p:txBody>
            <a:bodyPr wrap="square" rtlCol="0">
              <a:spAutoFit/>
            </a:bodyPr>
            <a:p>
              <a:pPr algn="ctr"/>
              <a:r>
                <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5" name="文本框 24"/>
            <p:cNvSpPr txBox="1"/>
            <p:nvPr/>
          </p:nvSpPr>
          <p:spPr>
            <a:xfrm>
              <a:off x="8114" y="348"/>
              <a:ext cx="2250" cy="580"/>
            </a:xfrm>
            <a:prstGeom prst="rect">
              <a:avLst/>
            </a:prstGeom>
            <a:noFill/>
          </p:spPr>
          <p:txBody>
            <a:bodyPr wrap="square" rtlCol="0">
              <a:spAutoFit/>
            </a:bodyPr>
            <a:p>
              <a:pPr algn="ct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设计及实现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6" name="文本框 25"/>
            <p:cNvSpPr txBox="1"/>
            <p:nvPr/>
          </p:nvSpPr>
          <p:spPr>
            <a:xfrm>
              <a:off x="12977" y="311"/>
              <a:ext cx="2349" cy="58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7"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文本框 29"/>
            <p:cNvSpPr txBox="1"/>
            <p:nvPr/>
          </p:nvSpPr>
          <p:spPr>
            <a:xfrm>
              <a:off x="10532" y="321"/>
              <a:ext cx="2300" cy="580"/>
            </a:xfrm>
            <a:prstGeom prst="rect">
              <a:avLst/>
            </a:prstGeom>
            <a:noFill/>
          </p:spPr>
          <p:txBody>
            <a:bodyPr wrap="square" rtlCol="0">
              <a:spAutoFit/>
            </a:bodyPr>
            <a:p>
              <a:pPr algn="ct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31"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33296" y="21775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26141" y="454563"/>
            <a:ext cx="6377679" cy="583565"/>
          </a:xfrm>
          <a:prstGeom prst="rect">
            <a:avLst/>
          </a:prstGeom>
          <a:noFill/>
        </p:spPr>
        <p:txBody>
          <a:bodyPr wrap="square" rtlCol="0">
            <a:spAutoFit/>
          </a:bodyPr>
          <a:lstStyle/>
          <a:p>
            <a:endParaRPr lang="zh-CN" altLang="en-US" sz="3200" dirty="0">
              <a:solidFill>
                <a:srgbClr val="266196"/>
              </a:solidFill>
              <a:latin typeface="思源黑体 CN Medium" panose="020B0600000000000000" pitchFamily="34" charset="-122"/>
              <a:ea typeface="思源黑体 CN Medium" panose="020B0600000000000000" pitchFamily="34" charset="-122"/>
            </a:endParaRPr>
          </a:p>
        </p:txBody>
      </p:sp>
      <p:sp>
        <p:nvSpPr>
          <p:cNvPr id="66" name="矩形 65"/>
          <p:cNvSpPr/>
          <p:nvPr/>
        </p:nvSpPr>
        <p:spPr>
          <a:xfrm>
            <a:off x="3357958" y="1650880"/>
            <a:ext cx="3560923" cy="151384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solidFill>
                <a:srgbClr val="266196"/>
              </a:solidFill>
            </a:endParaRPr>
          </a:p>
        </p:txBody>
      </p:sp>
      <p:sp>
        <p:nvSpPr>
          <p:cNvPr id="67" name="矩形 66"/>
          <p:cNvSpPr/>
          <p:nvPr/>
        </p:nvSpPr>
        <p:spPr>
          <a:xfrm>
            <a:off x="8355355" y="1650879"/>
            <a:ext cx="3560923" cy="152836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solidFill>
                <a:srgbClr val="266196"/>
              </a:solidFill>
            </a:endParaRPr>
          </a:p>
        </p:txBody>
      </p:sp>
      <p:sp>
        <p:nvSpPr>
          <p:cNvPr id="68" name="矩形 67"/>
          <p:cNvSpPr/>
          <p:nvPr/>
        </p:nvSpPr>
        <p:spPr>
          <a:xfrm>
            <a:off x="3357959" y="4216577"/>
            <a:ext cx="3560923" cy="151384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solidFill>
                <a:srgbClr val="266196"/>
              </a:solidFill>
            </a:endParaRPr>
          </a:p>
        </p:txBody>
      </p:sp>
      <p:sp>
        <p:nvSpPr>
          <p:cNvPr id="69" name="矩形 68"/>
          <p:cNvSpPr/>
          <p:nvPr/>
        </p:nvSpPr>
        <p:spPr>
          <a:xfrm>
            <a:off x="8355355" y="4216575"/>
            <a:ext cx="3560923" cy="151384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zh-CN" altLang="en-US">
              <a:solidFill>
                <a:srgbClr val="266196"/>
              </a:solidFill>
            </a:endParaRPr>
          </a:p>
        </p:txBody>
      </p:sp>
      <p:sp>
        <p:nvSpPr>
          <p:cNvPr id="70" name="矩形 69"/>
          <p:cNvSpPr/>
          <p:nvPr/>
        </p:nvSpPr>
        <p:spPr>
          <a:xfrm>
            <a:off x="3431540" y="2222500"/>
            <a:ext cx="3384550" cy="908685"/>
          </a:xfrm>
          <a:prstGeom prst="rect">
            <a:avLst/>
          </a:prstGeom>
        </p:spPr>
        <p:txBody>
          <a:bodyPr wrap="square">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85750" indent="-285750" algn="l" defTabSz="913765">
              <a:lnSpc>
                <a:spcPct val="90000"/>
              </a:lnSpc>
              <a:spcBef>
                <a:spcPts val="60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计算相关</a:t>
            </a: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坐标</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endParaRPr>
          </a:p>
          <a:p>
            <a:pPr marL="285750" indent="-285750" algn="l" defTabSz="913765">
              <a:lnSpc>
                <a:spcPct val="90000"/>
              </a:lnSpc>
              <a:spcBef>
                <a:spcPts val="60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生成切线空间基底</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endParaRPr>
          </a:p>
          <a:p>
            <a:pPr marL="285750" indent="-285750" algn="l" defTabSz="913765">
              <a:lnSpc>
                <a:spcPct val="90000"/>
              </a:lnSpc>
              <a:spcBef>
                <a:spcPts val="60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初始化数据</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endParaRPr>
          </a:p>
        </p:txBody>
      </p:sp>
      <p:sp>
        <p:nvSpPr>
          <p:cNvPr id="71" name="矩形 70"/>
          <p:cNvSpPr/>
          <p:nvPr/>
        </p:nvSpPr>
        <p:spPr>
          <a:xfrm>
            <a:off x="3776980" y="1823085"/>
            <a:ext cx="2585720" cy="368300"/>
          </a:xfrm>
          <a:prstGeom prst="rect">
            <a:avLst/>
          </a:prstGeom>
        </p:spPr>
        <p:txBody>
          <a:bodyPr wrap="square">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zh-CN" altLang="en-US" sz="1800">
                <a:solidFill>
                  <a:srgbClr val="266196"/>
                </a:solidFill>
                <a:latin typeface="微软雅黑" panose="020B0503020204020204" charset="-122"/>
                <a:ea typeface="微软雅黑" panose="020B0503020204020204" charset="-122"/>
              </a:rPr>
              <a:t>光线数据</a:t>
            </a:r>
            <a:r>
              <a:rPr lang="zh-CN" altLang="en-US" sz="1800">
                <a:solidFill>
                  <a:srgbClr val="266196"/>
                </a:solidFill>
                <a:latin typeface="微软雅黑" panose="020B0503020204020204" charset="-122"/>
                <a:ea typeface="微软雅黑" panose="020B0503020204020204" charset="-122"/>
              </a:rPr>
              <a:t>准备</a:t>
            </a:r>
            <a:endParaRPr lang="zh-CN" altLang="en-US" sz="1800">
              <a:solidFill>
                <a:srgbClr val="266196"/>
              </a:solidFill>
              <a:latin typeface="微软雅黑" panose="020B0503020204020204" charset="-122"/>
              <a:ea typeface="微软雅黑" panose="020B0503020204020204" charset="-122"/>
            </a:endParaRPr>
          </a:p>
        </p:txBody>
      </p:sp>
      <p:sp>
        <p:nvSpPr>
          <p:cNvPr id="72" name="矩形 71"/>
          <p:cNvSpPr/>
          <p:nvPr/>
        </p:nvSpPr>
        <p:spPr>
          <a:xfrm>
            <a:off x="8796020" y="2207895"/>
            <a:ext cx="3120390" cy="831850"/>
          </a:xfrm>
          <a:prstGeom prst="rect">
            <a:avLst/>
          </a:prstGeom>
        </p:spPr>
        <p:txBody>
          <a:bodyPr wrap="square">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85750" indent="-285750" algn="l" defTabSz="913765">
              <a:lnSpc>
                <a:spcPct val="90000"/>
              </a:lnSpc>
              <a:spcBef>
                <a:spcPts val="60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使用蓝噪声图生成上半球范围内的均匀采样方向</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endParaRPr>
          </a:p>
          <a:p>
            <a:pPr marL="285750" indent="-285750" algn="l" defTabSz="913765">
              <a:lnSpc>
                <a:spcPct val="90000"/>
              </a:lnSpc>
              <a:spcBef>
                <a:spcPts val="60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配置光线</a:t>
            </a: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数据</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endParaRPr>
          </a:p>
        </p:txBody>
      </p:sp>
      <p:sp>
        <p:nvSpPr>
          <p:cNvPr id="73" name="矩形 72"/>
          <p:cNvSpPr/>
          <p:nvPr/>
        </p:nvSpPr>
        <p:spPr>
          <a:xfrm>
            <a:off x="8867140" y="1808480"/>
            <a:ext cx="2813685" cy="368300"/>
          </a:xfrm>
          <a:prstGeom prst="rect">
            <a:avLst/>
          </a:prstGeom>
        </p:spPr>
        <p:txBody>
          <a:bodyPr wrap="square">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zh-CN" altLang="en-US" sz="1800">
                <a:solidFill>
                  <a:srgbClr val="266196"/>
                </a:solidFill>
                <a:latin typeface="微软雅黑" panose="020B0503020204020204" charset="-122"/>
                <a:ea typeface="微软雅黑" panose="020B0503020204020204" charset="-122"/>
              </a:rPr>
              <a:t>生成采样方向</a:t>
            </a:r>
            <a:r>
              <a:rPr lang="en-US" altLang="zh-CN" sz="1800">
                <a:solidFill>
                  <a:srgbClr val="266196"/>
                </a:solidFill>
                <a:latin typeface="微软雅黑" panose="020B0503020204020204" charset="-122"/>
                <a:ea typeface="微软雅黑" panose="020B0503020204020204" charset="-122"/>
              </a:rPr>
              <a:t>+</a:t>
            </a:r>
            <a:r>
              <a:rPr lang="zh-CN" altLang="en-US" sz="1800">
                <a:solidFill>
                  <a:srgbClr val="266196"/>
                </a:solidFill>
                <a:latin typeface="微软雅黑" panose="020B0503020204020204" charset="-122"/>
                <a:ea typeface="微软雅黑" panose="020B0503020204020204" charset="-122"/>
              </a:rPr>
              <a:t>配置</a:t>
            </a:r>
            <a:r>
              <a:rPr lang="zh-CN" altLang="en-US" sz="1800">
                <a:solidFill>
                  <a:srgbClr val="266196"/>
                </a:solidFill>
                <a:latin typeface="微软雅黑" panose="020B0503020204020204" charset="-122"/>
                <a:ea typeface="微软雅黑" panose="020B0503020204020204" charset="-122"/>
              </a:rPr>
              <a:t>光线</a:t>
            </a:r>
            <a:endParaRPr lang="zh-CN" altLang="en-US" sz="1800">
              <a:solidFill>
                <a:srgbClr val="266196"/>
              </a:solidFill>
              <a:latin typeface="微软雅黑" panose="020B0503020204020204" charset="-122"/>
              <a:ea typeface="微软雅黑" panose="020B0503020204020204" charset="-122"/>
            </a:endParaRPr>
          </a:p>
        </p:txBody>
      </p:sp>
      <p:sp>
        <p:nvSpPr>
          <p:cNvPr id="74" name="矩形 73"/>
          <p:cNvSpPr/>
          <p:nvPr/>
        </p:nvSpPr>
        <p:spPr>
          <a:xfrm>
            <a:off x="3509645" y="4787900"/>
            <a:ext cx="3306445" cy="610235"/>
          </a:xfrm>
          <a:prstGeom prst="rect">
            <a:avLst/>
          </a:prstGeom>
        </p:spPr>
        <p:txBody>
          <a:bodyPr wrap="square">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85750" indent="-285750" algn="l" defTabSz="913765">
              <a:lnSpc>
                <a:spcPct val="90000"/>
              </a:lnSpc>
              <a:spcBef>
                <a:spcPts val="60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根据碰撞信息对纹理进行采样</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endParaRPr>
          </a:p>
          <a:p>
            <a:pPr marL="285750" indent="-285750" algn="l" defTabSz="913765">
              <a:lnSpc>
                <a:spcPct val="90000"/>
              </a:lnSpc>
              <a:spcBef>
                <a:spcPts val="60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计算该方向贡献的漫反射</a:t>
            </a: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光照</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endParaRPr>
          </a:p>
        </p:txBody>
      </p:sp>
      <p:sp>
        <p:nvSpPr>
          <p:cNvPr id="75" name="矩形 74"/>
          <p:cNvSpPr/>
          <p:nvPr/>
        </p:nvSpPr>
        <p:spPr>
          <a:xfrm>
            <a:off x="3648710" y="4396105"/>
            <a:ext cx="3063240" cy="368300"/>
          </a:xfrm>
          <a:prstGeom prst="rect">
            <a:avLst/>
          </a:prstGeom>
        </p:spPr>
        <p:txBody>
          <a:bodyPr wrap="square">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zh-CN" altLang="en-US" sz="1800" dirty="0">
                <a:solidFill>
                  <a:srgbClr val="266196"/>
                </a:solidFill>
                <a:latin typeface="微软雅黑" panose="020B0503020204020204" charset="-122"/>
                <a:ea typeface="微软雅黑" panose="020B0503020204020204" charset="-122"/>
              </a:rPr>
              <a:t>处理碰撞</a:t>
            </a:r>
            <a:r>
              <a:rPr lang="zh-CN" altLang="en-US" sz="1800" dirty="0">
                <a:solidFill>
                  <a:srgbClr val="266196"/>
                </a:solidFill>
                <a:latin typeface="微软雅黑" panose="020B0503020204020204" charset="-122"/>
                <a:ea typeface="微软雅黑" panose="020B0503020204020204" charset="-122"/>
              </a:rPr>
              <a:t>信息</a:t>
            </a:r>
            <a:endParaRPr lang="zh-CN" altLang="en-US" sz="1800" dirty="0">
              <a:solidFill>
                <a:srgbClr val="266196"/>
              </a:solidFill>
              <a:latin typeface="微软雅黑" panose="020B0503020204020204" charset="-122"/>
              <a:ea typeface="微软雅黑" panose="020B0503020204020204" charset="-122"/>
            </a:endParaRPr>
          </a:p>
        </p:txBody>
      </p:sp>
      <p:sp>
        <p:nvSpPr>
          <p:cNvPr id="76" name="矩形 75"/>
          <p:cNvSpPr/>
          <p:nvPr/>
        </p:nvSpPr>
        <p:spPr>
          <a:xfrm>
            <a:off x="8796020" y="4773930"/>
            <a:ext cx="3120390" cy="610235"/>
          </a:xfrm>
          <a:prstGeom prst="rect">
            <a:avLst/>
          </a:prstGeom>
        </p:spPr>
        <p:txBody>
          <a:bodyPr wrap="square">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85750" indent="-285750" algn="l" defTabSz="913765">
              <a:lnSpc>
                <a:spcPct val="90000"/>
              </a:lnSpc>
              <a:spcBef>
                <a:spcPts val="60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使用</a:t>
            </a:r>
            <a:r>
              <a:rPr lang="en-US" altLang="zh-CN" sz="1600" dirty="0">
                <a:solidFill>
                  <a:srgbClr val="225686"/>
                </a:solidFill>
                <a:latin typeface="等线 Light" panose="02010600030101010101" charset="-122"/>
                <a:ea typeface="等线 Light" panose="02010600030101010101" charset="-122"/>
                <a:cs typeface="Arial" panose="020B0604020202020204" pitchFamily="34" charset="0"/>
              </a:rPr>
              <a:t>Hi-Z</a:t>
            </a: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缓冲进行光线步进</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endParaRPr>
          </a:p>
          <a:p>
            <a:pPr marL="285750" indent="-285750" algn="l" defTabSz="913765">
              <a:lnSpc>
                <a:spcPct val="90000"/>
              </a:lnSpc>
              <a:spcBef>
                <a:spcPts val="600"/>
              </a:spcBef>
              <a:spcAft>
                <a:spcPts val="0"/>
              </a:spcAft>
              <a:buClrTx/>
              <a:buSzTx/>
              <a:buFont typeface="Wingdings" panose="05000000000000000000" charset="0"/>
              <a:buChar char="Ø"/>
              <a:defRPr/>
            </a:pP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获得与场景的碰撞</a:t>
            </a:r>
            <a:r>
              <a:rPr lang="zh-CN" altLang="en-US" sz="1600" dirty="0">
                <a:solidFill>
                  <a:srgbClr val="225686"/>
                </a:solidFill>
                <a:latin typeface="等线 Light" panose="02010600030101010101" charset="-122"/>
                <a:ea typeface="等线 Light" panose="02010600030101010101" charset="-122"/>
                <a:cs typeface="Arial" panose="020B0604020202020204" pitchFamily="34" charset="0"/>
              </a:rPr>
              <a:t>信息</a:t>
            </a:r>
            <a:endParaRPr lang="zh-CN" altLang="en-US" sz="1600" dirty="0">
              <a:solidFill>
                <a:srgbClr val="225686"/>
              </a:solidFill>
              <a:latin typeface="等线 Light" panose="02010600030101010101" charset="-122"/>
              <a:ea typeface="等线 Light" panose="02010600030101010101" charset="-122"/>
              <a:cs typeface="Arial" panose="020B0604020202020204" pitchFamily="34" charset="0"/>
            </a:endParaRPr>
          </a:p>
        </p:txBody>
      </p:sp>
      <p:sp>
        <p:nvSpPr>
          <p:cNvPr id="77" name="矩形 76"/>
          <p:cNvSpPr/>
          <p:nvPr/>
        </p:nvSpPr>
        <p:spPr>
          <a:xfrm>
            <a:off x="8796020" y="4374515"/>
            <a:ext cx="2667000" cy="368300"/>
          </a:xfrm>
          <a:prstGeom prst="rect">
            <a:avLst/>
          </a:prstGeom>
        </p:spPr>
        <p:txBody>
          <a:bodyPr wrap="square">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altLang="zh-CN" sz="1800">
                <a:solidFill>
                  <a:srgbClr val="266196"/>
                </a:solidFill>
                <a:latin typeface="微软雅黑" panose="020B0503020204020204" charset="-122"/>
                <a:ea typeface="微软雅黑" panose="020B0503020204020204" charset="-122"/>
              </a:rPr>
              <a:t>Hi-Z</a:t>
            </a:r>
            <a:r>
              <a:rPr lang="zh-CN" altLang="en-US" sz="1800">
                <a:solidFill>
                  <a:srgbClr val="266196"/>
                </a:solidFill>
                <a:latin typeface="微软雅黑" panose="020B0503020204020204" charset="-122"/>
                <a:ea typeface="微软雅黑" panose="020B0503020204020204" charset="-122"/>
              </a:rPr>
              <a:t>光线步进</a:t>
            </a:r>
            <a:endParaRPr lang="zh-CN" altLang="en-US" sz="1800">
              <a:solidFill>
                <a:srgbClr val="266196"/>
              </a:solidFill>
              <a:latin typeface="微软雅黑" panose="020B0503020204020204" charset="-122"/>
              <a:ea typeface="微软雅黑" panose="020B0503020204020204" charset="-122"/>
            </a:endParaRPr>
          </a:p>
        </p:txBody>
      </p:sp>
      <p:sp>
        <p:nvSpPr>
          <p:cNvPr id="84" name="箭头: V 形 83"/>
          <p:cNvSpPr/>
          <p:nvPr/>
        </p:nvSpPr>
        <p:spPr>
          <a:xfrm>
            <a:off x="7150996" y="2185610"/>
            <a:ext cx="1063689" cy="471801"/>
          </a:xfrm>
          <a:prstGeom prst="chevron">
            <a:avLst/>
          </a:prstGeom>
          <a:solidFill>
            <a:srgbClr val="2661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5" name="箭头: V 形 84"/>
          <p:cNvSpPr/>
          <p:nvPr/>
        </p:nvSpPr>
        <p:spPr>
          <a:xfrm rot="10800000">
            <a:off x="7105338" y="4736783"/>
            <a:ext cx="1063689" cy="471801"/>
          </a:xfrm>
          <a:prstGeom prst="chevron">
            <a:avLst/>
          </a:prstGeom>
          <a:solidFill>
            <a:srgbClr val="2661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7" name="箭头: V 形 86"/>
          <p:cNvSpPr/>
          <p:nvPr/>
        </p:nvSpPr>
        <p:spPr>
          <a:xfrm rot="5400000">
            <a:off x="9887723" y="3537817"/>
            <a:ext cx="721798" cy="320155"/>
          </a:xfrm>
          <a:prstGeom prst="chevron">
            <a:avLst/>
          </a:prstGeom>
          <a:solidFill>
            <a:srgbClr val="2661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矩形 10"/>
          <p:cNvSpPr/>
          <p:nvPr/>
        </p:nvSpPr>
        <p:spPr>
          <a:xfrm>
            <a:off x="289560" y="2657475"/>
            <a:ext cx="2522220" cy="2275840"/>
          </a:xfrm>
          <a:prstGeom prst="rect">
            <a:avLst/>
          </a:prstGeom>
          <a:solidFill>
            <a:srgbClr val="26619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86740" y="3020060"/>
            <a:ext cx="1438910" cy="460375"/>
          </a:xfrm>
          <a:prstGeom prst="rect">
            <a:avLst/>
          </a:prstGeom>
          <a:noFill/>
        </p:spPr>
        <p:txBody>
          <a:bodyPr wrap="square" rtlCol="0">
            <a:spAutoFit/>
          </a:bodyPr>
          <a:lstStyle/>
          <a:p>
            <a:r>
              <a:rPr lang="zh-CN" altLang="en-US" sz="2400" dirty="0">
                <a:solidFill>
                  <a:schemeClr val="bg1"/>
                </a:solidFill>
                <a:latin typeface="思源黑体 CN Medium" panose="020B0600000000000000" pitchFamily="34" charset="-122"/>
                <a:ea typeface="思源黑体 CN Medium" panose="020B0600000000000000" pitchFamily="34" charset="-122"/>
              </a:rPr>
              <a:t>额外</a:t>
            </a:r>
            <a:r>
              <a:rPr lang="zh-CN" altLang="en-US" sz="2400" dirty="0">
                <a:solidFill>
                  <a:schemeClr val="bg1"/>
                </a:solidFill>
                <a:latin typeface="思源黑体 CN Medium" panose="020B0600000000000000" pitchFamily="34" charset="-122"/>
                <a:ea typeface="思源黑体 CN Medium" panose="020B0600000000000000" pitchFamily="34" charset="-122"/>
              </a:rPr>
              <a:t>优化</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sp>
        <p:nvSpPr>
          <p:cNvPr id="14" name="矩形 13"/>
          <p:cNvSpPr/>
          <p:nvPr/>
        </p:nvSpPr>
        <p:spPr>
          <a:xfrm flipH="1">
            <a:off x="539115" y="3686810"/>
            <a:ext cx="2223770" cy="68135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lvl="0" eaLnBrk="1" hangingPunct="1">
              <a:lnSpc>
                <a:spcPct val="120000"/>
              </a:lnSpc>
              <a:spcBef>
                <a:spcPct val="0"/>
              </a:spcBef>
              <a:buFont typeface="Wingdings" panose="05000000000000000000" charset="0"/>
              <a:buChar char="Ø"/>
            </a:pPr>
            <a:r>
              <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rPr>
              <a:t>屏幕边缘</a:t>
            </a:r>
            <a:r>
              <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rPr>
              <a:t>渐隐</a:t>
            </a:r>
            <a:endPar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rPr>
              <a:t>半分辨率</a:t>
            </a:r>
            <a:r>
              <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rPr>
              <a:t>追踪</a:t>
            </a:r>
            <a:endPar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p:txBody>
      </p:sp>
      <p:sp>
        <p:nvSpPr>
          <p:cNvPr id="20" name="文本框 19"/>
          <p:cNvSpPr txBox="1"/>
          <p:nvPr/>
        </p:nvSpPr>
        <p:spPr>
          <a:xfrm>
            <a:off x="218471" y="724438"/>
            <a:ext cx="6377679" cy="583565"/>
          </a:xfrm>
          <a:prstGeom prst="rect">
            <a:avLst/>
          </a:prstGeom>
          <a:noFill/>
        </p:spPr>
        <p:txBody>
          <a:bodyPr wrap="square" rtlCol="0">
            <a:spAutoFit/>
          </a:bodyPr>
          <a:p>
            <a:pPr algn="l">
              <a:buClrTx/>
              <a:buSzTx/>
              <a:buFontTx/>
            </a:pPr>
            <a:r>
              <a:rPr lang="zh-CN" altLang="en-US" sz="3200" dirty="0">
                <a:solidFill>
                  <a:srgbClr val="266196"/>
                </a:solidFill>
                <a:latin typeface="思源黑体 CN Medium" panose="020B0600000000000000" pitchFamily="34" charset="-122"/>
                <a:ea typeface="思源黑体 CN Medium" panose="020B0600000000000000" pitchFamily="34" charset="-122"/>
              </a:rPr>
              <a:t>光线</a:t>
            </a:r>
            <a:r>
              <a:rPr lang="zh-CN" altLang="en-US" sz="3200" dirty="0">
                <a:solidFill>
                  <a:srgbClr val="266196"/>
                </a:solidFill>
                <a:latin typeface="思源黑体 CN Medium" panose="020B0600000000000000" pitchFamily="34" charset="-122"/>
                <a:ea typeface="思源黑体 CN Medium" panose="020B0600000000000000" pitchFamily="34" charset="-122"/>
              </a:rPr>
              <a:t>步进</a:t>
            </a:r>
            <a:endParaRPr lang="zh-CN" altLang="en-US" sz="3200" dirty="0">
              <a:solidFill>
                <a:srgbClr val="266196"/>
              </a:solidFill>
              <a:latin typeface="思源黑体 CN Medium" panose="020B0600000000000000" pitchFamily="34" charset="-122"/>
              <a:ea typeface="思源黑体 CN Medium" panose="020B0600000000000000" pitchFamily="34" charset="-122"/>
            </a:endParaRPr>
          </a:p>
        </p:txBody>
      </p:sp>
      <p:grpSp>
        <p:nvGrpSpPr>
          <p:cNvPr id="22" name="组合 21"/>
          <p:cNvGrpSpPr/>
          <p:nvPr/>
        </p:nvGrpSpPr>
        <p:grpSpPr>
          <a:xfrm>
            <a:off x="0" y="206375"/>
            <a:ext cx="7390765" cy="391795"/>
            <a:chOff x="3687" y="311"/>
            <a:chExt cx="11639" cy="617"/>
          </a:xfrm>
        </p:grpSpPr>
        <p:sp>
          <p:nvSpPr>
            <p:cNvPr id="23" name="文本框 22"/>
            <p:cNvSpPr txBox="1"/>
            <p:nvPr/>
          </p:nvSpPr>
          <p:spPr>
            <a:xfrm>
              <a:off x="3687" y="321"/>
              <a:ext cx="2464" cy="580"/>
            </a:xfrm>
            <a:prstGeom prst="rect">
              <a:avLst/>
            </a:prstGeom>
            <a:noFill/>
          </p:spPr>
          <p:txBody>
            <a:bodyPr wrap="square" rtlCol="0">
              <a:spAutoFit/>
            </a:bodyPr>
            <a:p>
              <a:pPr algn="ctr">
                <a:buClrTx/>
                <a:buSzTx/>
                <a:buFontTx/>
              </a:pPr>
              <a:r>
                <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4" name="文本框 23"/>
            <p:cNvSpPr txBox="1"/>
            <p:nvPr/>
          </p:nvSpPr>
          <p:spPr>
            <a:xfrm>
              <a:off x="6215" y="321"/>
              <a:ext cx="1801" cy="580"/>
            </a:xfrm>
            <a:prstGeom prst="rect">
              <a:avLst/>
            </a:prstGeom>
            <a:noFill/>
          </p:spPr>
          <p:txBody>
            <a:bodyPr wrap="square" rtlCol="0">
              <a:spAutoFit/>
            </a:bodyPr>
            <a:p>
              <a:pPr algn="ctr"/>
              <a:r>
                <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5" name="文本框 24"/>
            <p:cNvSpPr txBox="1"/>
            <p:nvPr/>
          </p:nvSpPr>
          <p:spPr>
            <a:xfrm>
              <a:off x="8114" y="348"/>
              <a:ext cx="2250" cy="580"/>
            </a:xfrm>
            <a:prstGeom prst="rect">
              <a:avLst/>
            </a:prstGeom>
            <a:noFill/>
          </p:spPr>
          <p:txBody>
            <a:bodyPr wrap="square" rtlCol="0">
              <a:spAutoFit/>
            </a:bodyPr>
            <a:p>
              <a:pPr algn="ct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设计及实现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6" name="文本框 25"/>
            <p:cNvSpPr txBox="1"/>
            <p:nvPr/>
          </p:nvSpPr>
          <p:spPr>
            <a:xfrm>
              <a:off x="12977" y="311"/>
              <a:ext cx="2349" cy="58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7"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文本框 29"/>
            <p:cNvSpPr txBox="1"/>
            <p:nvPr/>
          </p:nvSpPr>
          <p:spPr>
            <a:xfrm>
              <a:off x="10532" y="321"/>
              <a:ext cx="2300" cy="580"/>
            </a:xfrm>
            <a:prstGeom prst="rect">
              <a:avLst/>
            </a:prstGeom>
            <a:noFill/>
          </p:spPr>
          <p:txBody>
            <a:bodyPr wrap="square" rtlCol="0">
              <a:spAutoFit/>
            </a:bodyPr>
            <a:p>
              <a:pPr algn="ct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31"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43456" y="20759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while(level&gt;-1)</a:t>
            </a:r>
            <a:endParaRPr lang="zh-CN" altLang="en-US"/>
          </a:p>
          <a:p>
            <a:pPr algn="ctr"/>
            <a:r>
              <a:rPr lang="zh-CN" altLang="en-US"/>
              <a:t>    step through current cell;</a:t>
            </a:r>
            <a:endParaRPr lang="zh-CN" altLang="en-US"/>
          </a:p>
          <a:p>
            <a:pPr algn="ctr"/>
            <a:r>
              <a:rPr lang="zh-CN" altLang="en-US"/>
              <a:t>	if(above Z plane) ++level;</a:t>
            </a:r>
            <a:endParaRPr lang="zh-CN" altLang="en-US"/>
          </a:p>
          <a:p>
            <a:pPr algn="ctr"/>
            <a:r>
              <a:rPr lang="zh-CN" altLang="en-US"/>
              <a:t>	if(below Z plane) --level;</a:t>
            </a:r>
            <a:endParaRPr lang="zh-CN" altLang="en-US"/>
          </a:p>
        </p:txBody>
      </p:sp>
      <p:sp>
        <p:nvSpPr>
          <p:cNvPr id="50" name="矩形 49"/>
          <p:cNvSpPr/>
          <p:nvPr/>
        </p:nvSpPr>
        <p:spPr>
          <a:xfrm flipH="1">
            <a:off x="320040" y="1677670"/>
            <a:ext cx="3713480" cy="304609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使用光线深度和像素深度判断光线是否与</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场景相交</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恒定场景壳厚度</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marL="0" lvl="0" indent="0" eaLnBrk="1" hangingPunct="1">
              <a:lnSpc>
                <a:spcPct val="120000"/>
              </a:lnSpc>
              <a:spcBef>
                <a:spcPct val="0"/>
              </a:spcBef>
              <a:buFont typeface="Wingdings" panose="05000000000000000000" charset="0"/>
              <a:buNone/>
            </a:pP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p:txBody>
      </p:sp>
      <p:sp>
        <p:nvSpPr>
          <p:cNvPr id="4" name="文本框 3"/>
          <p:cNvSpPr txBox="1"/>
          <p:nvPr/>
        </p:nvSpPr>
        <p:spPr>
          <a:xfrm>
            <a:off x="6356985" y="5036820"/>
            <a:ext cx="3782695" cy="414020"/>
          </a:xfrm>
          <a:prstGeom prst="rect">
            <a:avLst/>
          </a:prstGeom>
          <a:noFill/>
          <a:ln w="9525">
            <a:noFill/>
          </a:ln>
        </p:spPr>
        <p:txBody>
          <a:bodyPr wrap="square">
            <a:spAutoFit/>
          </a:bodyPr>
          <a:p>
            <a:pPr algn="ctr" defTabSz="685800">
              <a:lnSpc>
                <a:spcPct val="150000"/>
              </a:lnSpc>
              <a:buClr>
                <a:srgbClr val="E7E6E6">
                  <a:lumMod val="10000"/>
                </a:srgbClr>
              </a:buClr>
              <a:buSzTx/>
              <a:buFontTx/>
            </a:pPr>
            <a:r>
              <a:rPr lang="zh-CN" altLang="en-US" sz="1400" b="0" dirty="0">
                <a:solidFill>
                  <a:srgbClr val="266196"/>
                </a:solidFill>
                <a:cs typeface="+mn-ea"/>
              </a:rPr>
              <a:t>  </a:t>
            </a:r>
            <a:r>
              <a:rPr lang="en-US" altLang="zh-CN" sz="1400" b="0" dirty="0">
                <a:solidFill>
                  <a:srgbClr val="266196"/>
                </a:solidFill>
                <a:cs typeface="+mn-ea"/>
              </a:rPr>
              <a:t>Hi-Z</a:t>
            </a:r>
            <a:r>
              <a:rPr lang="zh-CN" altLang="en-US" sz="1400" b="0" dirty="0">
                <a:solidFill>
                  <a:srgbClr val="266196"/>
                </a:solidFill>
                <a:cs typeface="+mn-ea"/>
              </a:rPr>
              <a:t>步进算法步骤</a:t>
            </a:r>
            <a:endParaRPr lang="zh-CN" altLang="en-US" sz="1400" b="0" dirty="0">
              <a:solidFill>
                <a:srgbClr val="266196"/>
              </a:solidFill>
              <a:cs typeface="+mn-ea"/>
            </a:endParaRPr>
          </a:p>
        </p:txBody>
      </p:sp>
      <p:pic>
        <p:nvPicPr>
          <p:cNvPr id="9" name="图片 18" descr="hiz算法步骤"/>
          <p:cNvPicPr>
            <a:picLocks noChangeAspect="1"/>
          </p:cNvPicPr>
          <p:nvPr/>
        </p:nvPicPr>
        <p:blipFill>
          <a:blip r:embed="rId1"/>
          <a:stretch>
            <a:fillRect/>
          </a:stretch>
        </p:blipFill>
        <p:spPr>
          <a:xfrm>
            <a:off x="4612640" y="1610995"/>
            <a:ext cx="7011670" cy="3505835"/>
          </a:xfrm>
          <a:prstGeom prst="rect">
            <a:avLst/>
          </a:prstGeom>
          <a:noFill/>
          <a:ln>
            <a:noFill/>
          </a:ln>
        </p:spPr>
      </p:pic>
      <p:sp>
        <p:nvSpPr>
          <p:cNvPr id="103" name="文本框 102"/>
          <p:cNvSpPr txBox="1"/>
          <p:nvPr/>
        </p:nvSpPr>
        <p:spPr>
          <a:xfrm>
            <a:off x="539115" y="3708083"/>
            <a:ext cx="5080000" cy="1938020"/>
          </a:xfrm>
          <a:prstGeom prst="rect">
            <a:avLst/>
          </a:prstGeom>
          <a:noFill/>
          <a:ln w="9525">
            <a:noFill/>
          </a:ln>
        </p:spPr>
        <p:txBody>
          <a:bodyPr>
            <a:spAutoFit/>
          </a:bodyPr>
          <a:p>
            <a:pPr indent="0" algn="l" fontAlgn="base">
              <a:lnSpc>
                <a:spcPct val="120000"/>
              </a:lnSpc>
              <a:buClrTx/>
              <a:buSzTx/>
              <a:buFont typeface="Wingdings" panose="05000000000000000000" charset="0"/>
              <a:buNone/>
            </a:pPr>
            <a:r>
              <a:rPr lang="zh-CN" altLang="en-US" sz="2000" b="0" dirty="0">
                <a:solidFill>
                  <a:srgbClr val="266196"/>
                </a:solidFill>
                <a:latin typeface="等线 Light" panose="02010600030101010101" charset="-122"/>
                <a:ea typeface="等线 Light" panose="02010600030101010101" charset="-122"/>
                <a:cs typeface="Arial" panose="020B0604020202020204" pitchFamily="34" charset="0"/>
              </a:rPr>
              <a:t>伪代码：</a:t>
            </a:r>
            <a:endParaRPr lang="zh-CN" altLang="en-US" sz="2000" b="0" dirty="0">
              <a:solidFill>
                <a:srgbClr val="266196"/>
              </a:solidFill>
              <a:latin typeface="等线 Light" panose="02010600030101010101" charset="-122"/>
              <a:ea typeface="等线 Light" panose="02010600030101010101" charset="-122"/>
              <a:cs typeface="Arial" panose="020B0604020202020204" pitchFamily="34" charset="0"/>
            </a:endParaRPr>
          </a:p>
          <a:p>
            <a:pPr indent="0" algn="l" fontAlgn="base">
              <a:lnSpc>
                <a:spcPct val="120000"/>
              </a:lnSpc>
              <a:buClrTx/>
              <a:buSzTx/>
              <a:buFont typeface="Wingdings" panose="05000000000000000000" charset="0"/>
              <a:buNone/>
            </a:pPr>
            <a:r>
              <a:rPr lang="zh-CN" altLang="en-US" sz="2000" b="0" dirty="0">
                <a:solidFill>
                  <a:srgbClr val="266196"/>
                </a:solidFill>
                <a:latin typeface="等线 Light" panose="02010600030101010101" charset="-122"/>
                <a:ea typeface="等线 Light" panose="02010600030101010101" charset="-122"/>
                <a:cs typeface="Arial" panose="020B0604020202020204" pitchFamily="34" charset="0"/>
              </a:rPr>
              <a:t>while(level&gt;</a:t>
            </a:r>
            <a:r>
              <a:rPr lang="en-US" altLang="zh-CN" sz="2000" b="0" dirty="0">
                <a:solidFill>
                  <a:srgbClr val="266196"/>
                </a:solidFill>
                <a:latin typeface="等线 Light" panose="02010600030101010101" charset="-122"/>
                <a:ea typeface="等线 Light" panose="02010600030101010101" charset="-122"/>
                <a:cs typeface="Arial" panose="020B0604020202020204" pitchFamily="34" charset="0"/>
              </a:rPr>
              <a:t>-1</a:t>
            </a:r>
            <a:r>
              <a:rPr lang="zh-CN" altLang="en-US" sz="2000" b="0" dirty="0">
                <a:solidFill>
                  <a:srgbClr val="266196"/>
                </a:solidFill>
                <a:latin typeface="等线 Light" panose="02010600030101010101" charset="-122"/>
                <a:ea typeface="等线 Light" panose="02010600030101010101" charset="-122"/>
                <a:cs typeface="Arial" panose="020B0604020202020204" pitchFamily="34" charset="0"/>
              </a:rPr>
              <a:t>)    step through current cell;</a:t>
            </a:r>
            <a:endParaRPr lang="zh-CN" altLang="en-US" sz="2000" b="0" dirty="0">
              <a:solidFill>
                <a:srgbClr val="266196"/>
              </a:solidFill>
              <a:latin typeface="等线 Light" panose="02010600030101010101" charset="-122"/>
              <a:ea typeface="等线 Light" panose="02010600030101010101" charset="-122"/>
              <a:cs typeface="Arial" panose="020B0604020202020204" pitchFamily="34" charset="0"/>
            </a:endParaRPr>
          </a:p>
          <a:p>
            <a:pPr indent="0" algn="l" fontAlgn="base">
              <a:lnSpc>
                <a:spcPct val="120000"/>
              </a:lnSpc>
              <a:buClrTx/>
              <a:buSzTx/>
              <a:buFont typeface="Wingdings" panose="05000000000000000000" charset="0"/>
              <a:buNone/>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   </a:t>
            </a:r>
            <a:r>
              <a:rPr lang="en-US" altLang="zh-CN" sz="2000" dirty="0">
                <a:solidFill>
                  <a:srgbClr val="266196"/>
                </a:solidFill>
                <a:latin typeface="等线 Light" panose="02010600030101010101" charset="-122"/>
                <a:ea typeface="等线 Light" panose="02010600030101010101" charset="-122"/>
                <a:cs typeface="Arial" panose="020B0604020202020204" pitchFamily="34" charset="0"/>
                <a:sym typeface="+mn-ea"/>
              </a:rPr>
              <a:t> </a:t>
            </a:r>
            <a:r>
              <a:rPr lang="zh-CN" altLang="en-US" sz="2000" b="0" dirty="0">
                <a:solidFill>
                  <a:srgbClr val="266196"/>
                </a:solidFill>
                <a:latin typeface="等线 Light" panose="02010600030101010101" charset="-122"/>
                <a:ea typeface="等线 Light" panose="02010600030101010101" charset="-122"/>
                <a:cs typeface="Arial" panose="020B0604020202020204" pitchFamily="34" charset="0"/>
              </a:rPr>
              <a:t>if(above Z plane) ++level;</a:t>
            </a:r>
            <a:endParaRPr lang="zh-CN" altLang="en-US" sz="2000" b="0" dirty="0">
              <a:solidFill>
                <a:srgbClr val="266196"/>
              </a:solidFill>
              <a:latin typeface="等线 Light" panose="02010600030101010101" charset="-122"/>
              <a:ea typeface="等线 Light" panose="02010600030101010101" charset="-122"/>
              <a:cs typeface="Arial" panose="020B0604020202020204" pitchFamily="34" charset="0"/>
            </a:endParaRPr>
          </a:p>
          <a:p>
            <a:pPr indent="0" algn="l" fontAlgn="base">
              <a:lnSpc>
                <a:spcPct val="120000"/>
              </a:lnSpc>
              <a:buClrTx/>
              <a:buSzTx/>
              <a:buFont typeface="Wingdings" panose="05000000000000000000" charset="0"/>
              <a:buNone/>
            </a:pPr>
            <a:r>
              <a:rPr lang="en-US" altLang="zh-CN" sz="2000" b="0" dirty="0">
                <a:solidFill>
                  <a:srgbClr val="266196"/>
                </a:solidFill>
                <a:latin typeface="等线 Light" panose="02010600030101010101" charset="-122"/>
                <a:ea typeface="等线 Light" panose="02010600030101010101" charset="-122"/>
                <a:cs typeface="Arial" panose="020B0604020202020204" pitchFamily="34" charset="0"/>
              </a:rPr>
              <a:t>    </a:t>
            </a:r>
            <a:r>
              <a:rPr lang="zh-CN" altLang="en-US" sz="2000" b="0" dirty="0">
                <a:solidFill>
                  <a:srgbClr val="266196"/>
                </a:solidFill>
                <a:latin typeface="等线 Light" panose="02010600030101010101" charset="-122"/>
                <a:ea typeface="等线 Light" panose="02010600030101010101" charset="-122"/>
                <a:cs typeface="Arial" panose="020B0604020202020204" pitchFamily="34" charset="0"/>
              </a:rPr>
              <a:t>if(below Z plane) --level;</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endParaRPr>
          </a:p>
        </p:txBody>
      </p:sp>
      <p:sp>
        <p:nvSpPr>
          <p:cNvPr id="20" name="文本框 19"/>
          <p:cNvSpPr txBox="1"/>
          <p:nvPr/>
        </p:nvSpPr>
        <p:spPr>
          <a:xfrm>
            <a:off x="218471" y="724438"/>
            <a:ext cx="6377679" cy="583565"/>
          </a:xfrm>
          <a:prstGeom prst="rect">
            <a:avLst/>
          </a:prstGeom>
          <a:noFill/>
        </p:spPr>
        <p:txBody>
          <a:bodyPr wrap="square" rtlCol="0">
            <a:spAutoFit/>
          </a:bodyPr>
          <a:p>
            <a:pPr algn="l">
              <a:buClrTx/>
              <a:buSzTx/>
              <a:buFontTx/>
            </a:pPr>
            <a:r>
              <a:rPr lang="en-US" altLang="zh-CN" sz="3200" dirty="0">
                <a:solidFill>
                  <a:srgbClr val="266196"/>
                </a:solidFill>
                <a:latin typeface="思源黑体 CN Medium" panose="020B0600000000000000" pitchFamily="34" charset="-122"/>
                <a:ea typeface="思源黑体 CN Medium" panose="020B0600000000000000" pitchFamily="34" charset="-122"/>
              </a:rPr>
              <a:t>Hi-Z</a:t>
            </a:r>
            <a:r>
              <a:rPr lang="zh-CN" altLang="en-US" sz="3200" dirty="0">
                <a:solidFill>
                  <a:srgbClr val="266196"/>
                </a:solidFill>
                <a:latin typeface="思源黑体 CN Medium" panose="020B0600000000000000" pitchFamily="34" charset="-122"/>
                <a:ea typeface="思源黑体 CN Medium" panose="020B0600000000000000" pitchFamily="34" charset="-122"/>
              </a:rPr>
              <a:t>加速</a:t>
            </a:r>
            <a:endParaRPr lang="zh-CN" altLang="en-US" sz="3200" dirty="0">
              <a:solidFill>
                <a:srgbClr val="266196"/>
              </a:solidFill>
              <a:latin typeface="思源黑体 CN Medium" panose="020B0600000000000000" pitchFamily="34" charset="-122"/>
              <a:ea typeface="思源黑体 CN Medium" panose="020B0600000000000000" pitchFamily="34" charset="-122"/>
            </a:endParaRPr>
          </a:p>
        </p:txBody>
      </p:sp>
      <p:grpSp>
        <p:nvGrpSpPr>
          <p:cNvPr id="22" name="组合 21"/>
          <p:cNvGrpSpPr/>
          <p:nvPr/>
        </p:nvGrpSpPr>
        <p:grpSpPr>
          <a:xfrm>
            <a:off x="0" y="206375"/>
            <a:ext cx="7390765" cy="391795"/>
            <a:chOff x="3687" y="311"/>
            <a:chExt cx="11639" cy="617"/>
          </a:xfrm>
        </p:grpSpPr>
        <p:sp>
          <p:nvSpPr>
            <p:cNvPr id="23" name="文本框 22"/>
            <p:cNvSpPr txBox="1"/>
            <p:nvPr/>
          </p:nvSpPr>
          <p:spPr>
            <a:xfrm>
              <a:off x="3687" y="321"/>
              <a:ext cx="2464" cy="580"/>
            </a:xfrm>
            <a:prstGeom prst="rect">
              <a:avLst/>
            </a:prstGeom>
            <a:noFill/>
          </p:spPr>
          <p:txBody>
            <a:bodyPr wrap="square" rtlCol="0">
              <a:spAutoFit/>
            </a:bodyPr>
            <a:p>
              <a:pPr algn="ctr">
                <a:buClrTx/>
                <a:buSzTx/>
                <a:buFontTx/>
              </a:pPr>
              <a:r>
                <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4" name="文本框 23"/>
            <p:cNvSpPr txBox="1"/>
            <p:nvPr/>
          </p:nvSpPr>
          <p:spPr>
            <a:xfrm>
              <a:off x="6215" y="321"/>
              <a:ext cx="1801" cy="580"/>
            </a:xfrm>
            <a:prstGeom prst="rect">
              <a:avLst/>
            </a:prstGeom>
            <a:noFill/>
          </p:spPr>
          <p:txBody>
            <a:bodyPr wrap="square" rtlCol="0">
              <a:spAutoFit/>
            </a:bodyPr>
            <a:p>
              <a:pPr algn="ctr"/>
              <a:r>
                <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5" name="文本框 24"/>
            <p:cNvSpPr txBox="1"/>
            <p:nvPr/>
          </p:nvSpPr>
          <p:spPr>
            <a:xfrm>
              <a:off x="8114" y="348"/>
              <a:ext cx="2250" cy="580"/>
            </a:xfrm>
            <a:prstGeom prst="rect">
              <a:avLst/>
            </a:prstGeom>
            <a:noFill/>
          </p:spPr>
          <p:txBody>
            <a:bodyPr wrap="square" rtlCol="0">
              <a:spAutoFit/>
            </a:bodyPr>
            <a:p>
              <a:pPr algn="ct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设计及实现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6" name="文本框 25"/>
            <p:cNvSpPr txBox="1"/>
            <p:nvPr/>
          </p:nvSpPr>
          <p:spPr>
            <a:xfrm>
              <a:off x="12977" y="311"/>
              <a:ext cx="2349" cy="58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7"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文本框 29"/>
            <p:cNvSpPr txBox="1"/>
            <p:nvPr/>
          </p:nvSpPr>
          <p:spPr>
            <a:xfrm>
              <a:off x="10532" y="321"/>
              <a:ext cx="2300" cy="580"/>
            </a:xfrm>
            <a:prstGeom prst="rect">
              <a:avLst/>
            </a:prstGeom>
            <a:noFill/>
          </p:spPr>
          <p:txBody>
            <a:bodyPr wrap="square" rtlCol="0">
              <a:spAutoFit/>
            </a:bodyPr>
            <a:p>
              <a:pPr algn="ct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31"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43456" y="21775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736975" y="2196465"/>
            <a:ext cx="3101975" cy="3545205"/>
          </a:xfrm>
          <a:prstGeom prst="rect">
            <a:avLst/>
          </a:prstGeom>
          <a:solidFill>
            <a:srgbClr val="DAE4ED"/>
          </a:solidFill>
          <a:ln>
            <a:solidFill>
              <a:srgbClr val="2661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26110" y="2196465"/>
            <a:ext cx="3101975" cy="3545205"/>
          </a:xfrm>
          <a:prstGeom prst="rect">
            <a:avLst/>
          </a:prstGeom>
          <a:solidFill>
            <a:srgbClr val="26619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923290" y="2559050"/>
            <a:ext cx="1649730" cy="460375"/>
          </a:xfrm>
          <a:prstGeom prst="rect">
            <a:avLst/>
          </a:prstGeom>
          <a:noFill/>
        </p:spPr>
        <p:txBody>
          <a:bodyPr wrap="square" rtlCol="0">
            <a:spAutoFit/>
          </a:bodyPr>
          <a:lstStyle/>
          <a:p>
            <a:r>
              <a:rPr lang="zh-CN" altLang="en-US" sz="2400" dirty="0">
                <a:solidFill>
                  <a:schemeClr val="bg1"/>
                </a:solidFill>
                <a:latin typeface="思源黑体 CN Medium" panose="020B0600000000000000" pitchFamily="34" charset="-122"/>
                <a:ea typeface="思源黑体 CN Medium" panose="020B0600000000000000" pitchFamily="34" charset="-122"/>
              </a:rPr>
              <a:t>时域过滤</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sp>
        <p:nvSpPr>
          <p:cNvPr id="13" name="文本框 12"/>
          <p:cNvSpPr txBox="1"/>
          <p:nvPr/>
        </p:nvSpPr>
        <p:spPr>
          <a:xfrm>
            <a:off x="4107815" y="2559050"/>
            <a:ext cx="1649730" cy="460375"/>
          </a:xfrm>
          <a:prstGeom prst="rect">
            <a:avLst/>
          </a:prstGeom>
          <a:noFill/>
        </p:spPr>
        <p:txBody>
          <a:bodyPr wrap="square" rtlCol="0">
            <a:spAutoFit/>
          </a:bodyPr>
          <a:lstStyle/>
          <a:p>
            <a:r>
              <a:rPr lang="zh-CN" altLang="en-US" sz="2400" dirty="0">
                <a:solidFill>
                  <a:srgbClr val="266196"/>
                </a:solidFill>
                <a:latin typeface="思源黑体 CN Medium" panose="020B0600000000000000" pitchFamily="34" charset="-122"/>
                <a:ea typeface="思源黑体 CN Medium" panose="020B0600000000000000" pitchFamily="34" charset="-122"/>
              </a:rPr>
              <a:t>双边</a:t>
            </a:r>
            <a:r>
              <a:rPr lang="zh-CN" altLang="en-US" sz="2400" dirty="0">
                <a:solidFill>
                  <a:srgbClr val="266196"/>
                </a:solidFill>
                <a:latin typeface="思源黑体 CN Medium" panose="020B0600000000000000" pitchFamily="34" charset="-122"/>
                <a:ea typeface="思源黑体 CN Medium" panose="020B0600000000000000" pitchFamily="34" charset="-122"/>
              </a:rPr>
              <a:t>过滤</a:t>
            </a:r>
            <a:endParaRPr lang="zh-CN" altLang="en-US" sz="2400" dirty="0">
              <a:solidFill>
                <a:srgbClr val="266196"/>
              </a:solidFill>
              <a:latin typeface="思源黑体 CN Medium" panose="020B0600000000000000" pitchFamily="34" charset="-122"/>
              <a:ea typeface="思源黑体 CN Medium" panose="020B0600000000000000" pitchFamily="34" charset="-122"/>
            </a:endParaRPr>
          </a:p>
        </p:txBody>
      </p:sp>
      <p:sp>
        <p:nvSpPr>
          <p:cNvPr id="14" name="矩形 13"/>
          <p:cNvSpPr/>
          <p:nvPr/>
        </p:nvSpPr>
        <p:spPr>
          <a:xfrm flipH="1">
            <a:off x="875665" y="3225800"/>
            <a:ext cx="2549525" cy="127127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lvl="0" eaLnBrk="1" hangingPunct="1">
              <a:lnSpc>
                <a:spcPct val="120000"/>
              </a:lnSpc>
              <a:spcBef>
                <a:spcPct val="0"/>
              </a:spcBef>
              <a:buFont typeface="Wingdings" panose="05000000000000000000" charset="0"/>
              <a:buChar char="Ø"/>
            </a:pPr>
            <a:r>
              <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rPr>
              <a:t>采样</a:t>
            </a:r>
            <a:r>
              <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rPr>
              <a:t>Motion </a:t>
            </a:r>
            <a:r>
              <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rPr>
              <a:t>Vector</a:t>
            </a:r>
            <a:endPar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rPr>
              <a:t>构建</a:t>
            </a:r>
            <a:r>
              <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rPr>
              <a:t>AABB</a:t>
            </a:r>
            <a:r>
              <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rPr>
              <a:t>裁剪</a:t>
            </a:r>
            <a:r>
              <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rPr>
              <a:t>盒子</a:t>
            </a:r>
            <a:endPar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rPr>
              <a:t>Clamp</a:t>
            </a:r>
            <a:r>
              <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rPr>
              <a:t>处理</a:t>
            </a:r>
            <a:endPar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en-US" altLang="zh-CN" sz="1600" dirty="0">
                <a:solidFill>
                  <a:schemeClr val="bg1"/>
                </a:solidFill>
                <a:latin typeface="等线 Light" panose="02010600030101010101" charset="-122"/>
                <a:ea typeface="等线 Light" panose="02010600030101010101" charset="-122"/>
                <a:cs typeface="Arial" panose="020B0604020202020204" pitchFamily="34" charset="0"/>
                <a:sym typeface="+mn-ea"/>
              </a:rPr>
              <a:t>Combine</a:t>
            </a:r>
            <a:r>
              <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rPr>
              <a:t>输出</a:t>
            </a:r>
            <a:endParaRPr lang="zh-CN" altLang="en-US" sz="1600" dirty="0">
              <a:solidFill>
                <a:schemeClr val="bg1"/>
              </a:solidFill>
              <a:latin typeface="等线 Light" panose="02010600030101010101" charset="-122"/>
              <a:ea typeface="等线 Light" panose="02010600030101010101" charset="-122"/>
              <a:cs typeface="Arial" panose="020B0604020202020204" pitchFamily="34" charset="0"/>
              <a:sym typeface="+mn-ea"/>
            </a:endParaRPr>
          </a:p>
        </p:txBody>
      </p:sp>
      <p:sp>
        <p:nvSpPr>
          <p:cNvPr id="15" name="矩形 14"/>
          <p:cNvSpPr/>
          <p:nvPr/>
        </p:nvSpPr>
        <p:spPr>
          <a:xfrm flipH="1">
            <a:off x="4048125" y="3225800"/>
            <a:ext cx="2549525" cy="97599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lvl="0" eaLnBrk="1" hangingPunct="1">
              <a:lnSpc>
                <a:spcPct val="120000"/>
              </a:lnSpc>
              <a:spcBef>
                <a:spcPct val="0"/>
              </a:spcBef>
              <a:buFont typeface="Wingdings" panose="05000000000000000000" charset="0"/>
              <a:buChar char="Ø"/>
            </a:pP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两次一维</a:t>
            </a: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过滤</a:t>
            </a: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像素之间的深度差异作为</a:t>
            </a:r>
            <a:r>
              <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rPr>
              <a:t>权重</a:t>
            </a:r>
            <a:endParaRPr lang="zh-CN" altLang="en-US" sz="16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p:txBody>
      </p:sp>
      <p:pic>
        <p:nvPicPr>
          <p:cNvPr id="2" name="图片 1" descr="降噪"/>
          <p:cNvPicPr>
            <a:picLocks noChangeAspect="1"/>
          </p:cNvPicPr>
          <p:nvPr/>
        </p:nvPicPr>
        <p:blipFill>
          <a:blip r:embed="rId1"/>
          <a:stretch>
            <a:fillRect/>
          </a:stretch>
        </p:blipFill>
        <p:spPr>
          <a:xfrm>
            <a:off x="7150735" y="1308100"/>
            <a:ext cx="4815205" cy="4815205"/>
          </a:xfrm>
          <a:prstGeom prst="rect">
            <a:avLst/>
          </a:prstGeom>
        </p:spPr>
      </p:pic>
      <p:sp>
        <p:nvSpPr>
          <p:cNvPr id="4" name="文本框 3"/>
          <p:cNvSpPr txBox="1"/>
          <p:nvPr/>
        </p:nvSpPr>
        <p:spPr>
          <a:xfrm>
            <a:off x="7689850" y="6123305"/>
            <a:ext cx="3782695" cy="414020"/>
          </a:xfrm>
          <a:prstGeom prst="rect">
            <a:avLst/>
          </a:prstGeom>
          <a:noFill/>
          <a:ln w="9525">
            <a:noFill/>
          </a:ln>
        </p:spPr>
        <p:txBody>
          <a:bodyPr wrap="square">
            <a:spAutoFit/>
          </a:bodyPr>
          <a:p>
            <a:pPr algn="ctr" defTabSz="685800">
              <a:lnSpc>
                <a:spcPct val="150000"/>
              </a:lnSpc>
              <a:buClr>
                <a:srgbClr val="E7E6E6">
                  <a:lumMod val="10000"/>
                </a:srgbClr>
              </a:buClr>
              <a:buSzTx/>
              <a:buFontTx/>
            </a:pPr>
            <a:r>
              <a:rPr sz="1400" b="0" dirty="0">
                <a:solidFill>
                  <a:srgbClr val="266196"/>
                </a:solidFill>
                <a:cs typeface="+mn-ea"/>
              </a:rPr>
              <a:t>降噪处理结果（rayNums = 4，Steps = 32）</a:t>
            </a:r>
            <a:endParaRPr sz="1400" b="0" dirty="0">
              <a:solidFill>
                <a:srgbClr val="266196"/>
              </a:solidFill>
              <a:cs typeface="+mn-ea"/>
            </a:endParaRPr>
          </a:p>
        </p:txBody>
      </p:sp>
      <p:sp>
        <p:nvSpPr>
          <p:cNvPr id="20" name="文本框 19"/>
          <p:cNvSpPr txBox="1"/>
          <p:nvPr/>
        </p:nvSpPr>
        <p:spPr>
          <a:xfrm>
            <a:off x="218471" y="724438"/>
            <a:ext cx="6377679" cy="583565"/>
          </a:xfrm>
          <a:prstGeom prst="rect">
            <a:avLst/>
          </a:prstGeom>
          <a:noFill/>
        </p:spPr>
        <p:txBody>
          <a:bodyPr wrap="square" rtlCol="0">
            <a:spAutoFit/>
          </a:bodyPr>
          <a:p>
            <a:pPr algn="l">
              <a:buClrTx/>
              <a:buSzTx/>
              <a:buFontTx/>
            </a:pPr>
            <a:r>
              <a:rPr lang="zh-CN" altLang="en-US" sz="3200" dirty="0">
                <a:solidFill>
                  <a:srgbClr val="266196"/>
                </a:solidFill>
                <a:latin typeface="思源黑体 CN Medium" panose="020B0600000000000000" pitchFamily="34" charset="-122"/>
                <a:ea typeface="思源黑体 CN Medium" panose="020B0600000000000000" pitchFamily="34" charset="-122"/>
              </a:rPr>
              <a:t>降噪</a:t>
            </a:r>
            <a:r>
              <a:rPr lang="zh-CN" altLang="en-US" sz="3200" dirty="0">
                <a:solidFill>
                  <a:srgbClr val="266196"/>
                </a:solidFill>
                <a:latin typeface="思源黑体 CN Medium" panose="020B0600000000000000" pitchFamily="34" charset="-122"/>
                <a:ea typeface="思源黑体 CN Medium" panose="020B0600000000000000" pitchFamily="34" charset="-122"/>
              </a:rPr>
              <a:t>处理</a:t>
            </a:r>
            <a:endParaRPr lang="zh-CN" altLang="en-US" sz="3200" dirty="0">
              <a:solidFill>
                <a:srgbClr val="266196"/>
              </a:solidFill>
              <a:latin typeface="思源黑体 CN Medium" panose="020B0600000000000000" pitchFamily="34" charset="-122"/>
              <a:ea typeface="思源黑体 CN Medium" panose="020B0600000000000000" pitchFamily="34" charset="-122"/>
            </a:endParaRPr>
          </a:p>
        </p:txBody>
      </p:sp>
      <p:grpSp>
        <p:nvGrpSpPr>
          <p:cNvPr id="22" name="组合 21"/>
          <p:cNvGrpSpPr/>
          <p:nvPr/>
        </p:nvGrpSpPr>
        <p:grpSpPr>
          <a:xfrm>
            <a:off x="0" y="206375"/>
            <a:ext cx="7390765" cy="391795"/>
            <a:chOff x="3687" y="311"/>
            <a:chExt cx="11639" cy="617"/>
          </a:xfrm>
        </p:grpSpPr>
        <p:sp>
          <p:nvSpPr>
            <p:cNvPr id="23" name="文本框 22"/>
            <p:cNvSpPr txBox="1"/>
            <p:nvPr/>
          </p:nvSpPr>
          <p:spPr>
            <a:xfrm>
              <a:off x="3687" y="321"/>
              <a:ext cx="2464" cy="580"/>
            </a:xfrm>
            <a:prstGeom prst="rect">
              <a:avLst/>
            </a:prstGeom>
            <a:noFill/>
          </p:spPr>
          <p:txBody>
            <a:bodyPr wrap="square" rtlCol="0">
              <a:spAutoFit/>
            </a:bodyPr>
            <a:p>
              <a:pPr algn="ctr">
                <a:buClrTx/>
                <a:buSzTx/>
                <a:buFontTx/>
              </a:pPr>
              <a:r>
                <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4" name="文本框 23"/>
            <p:cNvSpPr txBox="1"/>
            <p:nvPr/>
          </p:nvSpPr>
          <p:spPr>
            <a:xfrm>
              <a:off x="6215" y="321"/>
              <a:ext cx="1801" cy="580"/>
            </a:xfrm>
            <a:prstGeom prst="rect">
              <a:avLst/>
            </a:prstGeom>
            <a:noFill/>
          </p:spPr>
          <p:txBody>
            <a:bodyPr wrap="square" rtlCol="0">
              <a:spAutoFit/>
            </a:bodyPr>
            <a:p>
              <a:pPr algn="ctr"/>
              <a:r>
                <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5" name="文本框 24"/>
            <p:cNvSpPr txBox="1"/>
            <p:nvPr/>
          </p:nvSpPr>
          <p:spPr>
            <a:xfrm>
              <a:off x="8114" y="348"/>
              <a:ext cx="2250" cy="580"/>
            </a:xfrm>
            <a:prstGeom prst="rect">
              <a:avLst/>
            </a:prstGeom>
            <a:noFill/>
          </p:spPr>
          <p:txBody>
            <a:bodyPr wrap="square" rtlCol="0">
              <a:spAutoFit/>
            </a:bodyPr>
            <a:p>
              <a:pPr algn="ct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设计及实现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6" name="文本框 25"/>
            <p:cNvSpPr txBox="1"/>
            <p:nvPr/>
          </p:nvSpPr>
          <p:spPr>
            <a:xfrm>
              <a:off x="12977" y="311"/>
              <a:ext cx="2349" cy="58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7"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文本框 29"/>
            <p:cNvSpPr txBox="1"/>
            <p:nvPr/>
          </p:nvSpPr>
          <p:spPr>
            <a:xfrm>
              <a:off x="10532" y="321"/>
              <a:ext cx="2300" cy="580"/>
            </a:xfrm>
            <a:prstGeom prst="rect">
              <a:avLst/>
            </a:prstGeom>
            <a:noFill/>
          </p:spPr>
          <p:txBody>
            <a:bodyPr wrap="square" rtlCol="0">
              <a:spAutoFit/>
            </a:bodyPr>
            <a:p>
              <a:pPr algn="ct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31"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a:off x="-1028700" y="2442500"/>
            <a:ext cx="14192250" cy="2354000"/>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396109" y="3048120"/>
            <a:ext cx="6377679" cy="1107996"/>
          </a:xfrm>
          <a:prstGeom prst="rect">
            <a:avLst/>
          </a:prstGeom>
          <a:noFill/>
        </p:spPr>
        <p:txBody>
          <a:bodyPr wrap="square" rtlCol="0">
            <a:spAutoFit/>
          </a:bodyPr>
          <a:lstStyle/>
          <a:p>
            <a:pPr algn="dist"/>
            <a:r>
              <a:rPr lang="zh-CN" altLang="en-US" sz="6600" dirty="0">
                <a:solidFill>
                  <a:srgbClr val="225686"/>
                </a:solidFill>
                <a:latin typeface="思源黑体 CN Medium" panose="020B0600000000000000" pitchFamily="34" charset="-122"/>
                <a:ea typeface="思源黑体 CN Medium" panose="020B0600000000000000" pitchFamily="34" charset="-122"/>
              </a:rPr>
              <a:t>研究成果及应用</a:t>
            </a:r>
            <a:endParaRPr lang="zh-CN" altLang="en-US" sz="6600" dirty="0">
              <a:solidFill>
                <a:srgbClr val="225686"/>
              </a:solidFill>
              <a:latin typeface="思源黑体 CN Medium" panose="020B0600000000000000" pitchFamily="34" charset="-122"/>
              <a:ea typeface="思源黑体 CN Medium" panose="020B0600000000000000" pitchFamily="34" charset="-122"/>
            </a:endParaRPr>
          </a:p>
        </p:txBody>
      </p:sp>
      <p:sp>
        <p:nvSpPr>
          <p:cNvPr id="8" name="文本框 7"/>
          <p:cNvSpPr txBox="1"/>
          <p:nvPr/>
        </p:nvSpPr>
        <p:spPr>
          <a:xfrm>
            <a:off x="3075940" y="4250055"/>
            <a:ext cx="7058025" cy="306705"/>
          </a:xfrm>
          <a:prstGeom prst="rect">
            <a:avLst/>
          </a:prstGeom>
          <a:noFill/>
        </p:spPr>
        <p:txBody>
          <a:bodyPr wrap="square" rtlCol="0">
            <a:spAutoFit/>
          </a:bodyPr>
          <a:lstStyle/>
          <a:p>
            <a:pPr algn="ctr"/>
            <a:r>
              <a:rPr sz="1400">
                <a:solidFill>
                  <a:srgbClr val="225686"/>
                </a:solidFill>
                <a:latin typeface="Microsoft YaHei UI" panose="020B0503020204020204" pitchFamily="34" charset="-122"/>
                <a:ea typeface="Microsoft YaHei UI" panose="020B0503020204020204" pitchFamily="34" charset="-122"/>
              </a:rPr>
              <a:t>Research </a:t>
            </a:r>
            <a:r>
              <a:rPr lang="en-US" sz="1400">
                <a:solidFill>
                  <a:srgbClr val="225686"/>
                </a:solidFill>
                <a:latin typeface="Microsoft YaHei UI" panose="020B0503020204020204" pitchFamily="34" charset="-122"/>
                <a:ea typeface="Microsoft YaHei UI" panose="020B0503020204020204" pitchFamily="34" charset="-122"/>
              </a:rPr>
              <a:t>A</a:t>
            </a:r>
            <a:r>
              <a:rPr sz="1400">
                <a:solidFill>
                  <a:srgbClr val="225686"/>
                </a:solidFill>
                <a:latin typeface="Microsoft YaHei UI" panose="020B0503020204020204" pitchFamily="34" charset="-122"/>
                <a:ea typeface="Microsoft YaHei UI" panose="020B0503020204020204" pitchFamily="34" charset="-122"/>
              </a:rPr>
              <a:t>chievements and </a:t>
            </a:r>
            <a:r>
              <a:rPr lang="en-US" sz="1400">
                <a:solidFill>
                  <a:srgbClr val="225686"/>
                </a:solidFill>
                <a:latin typeface="Microsoft YaHei UI" panose="020B0503020204020204" pitchFamily="34" charset="-122"/>
                <a:ea typeface="Microsoft YaHei UI" panose="020B0503020204020204" pitchFamily="34" charset="-122"/>
              </a:rPr>
              <a:t>A</a:t>
            </a:r>
            <a:r>
              <a:rPr sz="1400">
                <a:solidFill>
                  <a:srgbClr val="225686"/>
                </a:solidFill>
                <a:latin typeface="Microsoft YaHei UI" panose="020B0503020204020204" pitchFamily="34" charset="-122"/>
                <a:ea typeface="Microsoft YaHei UI" panose="020B0503020204020204" pitchFamily="34" charset="-122"/>
              </a:rPr>
              <a:t>pplications</a:t>
            </a:r>
            <a:endParaRPr sz="1400">
              <a:solidFill>
                <a:srgbClr val="225686"/>
              </a:solidFill>
              <a:latin typeface="Microsoft YaHei UI" panose="020B0503020204020204" pitchFamily="34" charset="-122"/>
              <a:ea typeface="Microsoft YaHei UI" panose="020B0503020204020204" pitchFamily="34" charset="-122"/>
            </a:endParaRPr>
          </a:p>
        </p:txBody>
      </p:sp>
      <p:cxnSp>
        <p:nvCxnSpPr>
          <p:cNvPr id="9" name="直接连接符 8"/>
          <p:cNvCxnSpPr/>
          <p:nvPr/>
        </p:nvCxnSpPr>
        <p:spPr>
          <a:xfrm>
            <a:off x="3075290" y="4156116"/>
            <a:ext cx="6887183" cy="0"/>
          </a:xfrm>
          <a:prstGeom prst="line">
            <a:avLst/>
          </a:prstGeom>
          <a:ln w="12700">
            <a:solidFill>
              <a:srgbClr val="225686"/>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966008" y="2955787"/>
            <a:ext cx="4027251" cy="1198880"/>
          </a:xfrm>
          <a:prstGeom prst="rect">
            <a:avLst/>
          </a:prstGeom>
          <a:noFill/>
        </p:spPr>
        <p:txBody>
          <a:bodyPr wrap="square" rtlCol="0">
            <a:spAutoFit/>
          </a:bodyPr>
          <a:lstStyle/>
          <a:p>
            <a:r>
              <a:rPr lang="en-US" altLang="zh-CN" sz="7200" dirty="0">
                <a:solidFill>
                  <a:srgbClr val="225686"/>
                </a:solidFill>
              </a:rPr>
              <a:t>04</a:t>
            </a:r>
            <a:endParaRPr lang="zh-CN" altLang="en-US" sz="7200" dirty="0">
              <a:solidFill>
                <a:srgbClr val="225686"/>
              </a:solidFill>
            </a:endParaRPr>
          </a:p>
        </p:txBody>
      </p:sp>
      <p:pic>
        <p:nvPicPr>
          <p:cNvPr id="3" name="图片 2" descr="C:\Users\MSI-PC\Desktop\校徽.png校徽"/>
          <p:cNvPicPr>
            <a:picLocks noChangeAspect="1"/>
          </p:cNvPicPr>
          <p:nvPr/>
        </p:nvPicPr>
        <p:blipFill>
          <a:blip r:embed="rId1"/>
          <a:srcRect/>
          <a:stretch>
            <a:fillRect/>
          </a:stretch>
        </p:blipFill>
        <p:spPr>
          <a:xfrm>
            <a:off x="5323088" y="697442"/>
            <a:ext cx="1545823" cy="1433830"/>
          </a:xfrm>
          <a:prstGeom prst="rect">
            <a:avLst/>
          </a:prstGeom>
          <a:effectLst>
            <a:outerShdw blurRad="50800" dist="50800" dir="600000" algn="ctr" rotWithShape="0">
              <a:srgbClr val="000000">
                <a:alpha val="43137"/>
              </a:srgbClr>
            </a:outerShdw>
          </a:effectLst>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43456" y="20759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while(level&gt;-1)</a:t>
            </a:r>
            <a:endParaRPr lang="zh-CN" altLang="en-US"/>
          </a:p>
          <a:p>
            <a:pPr algn="ctr"/>
            <a:r>
              <a:rPr lang="zh-CN" altLang="en-US"/>
              <a:t>    step through current cell;</a:t>
            </a:r>
            <a:endParaRPr lang="zh-CN" altLang="en-US"/>
          </a:p>
          <a:p>
            <a:pPr algn="ctr"/>
            <a:r>
              <a:rPr lang="zh-CN" altLang="en-US"/>
              <a:t>	if(above Z plane) ++level;</a:t>
            </a:r>
            <a:endParaRPr lang="zh-CN" altLang="en-US"/>
          </a:p>
          <a:p>
            <a:pPr algn="ctr"/>
            <a:r>
              <a:rPr lang="zh-CN" altLang="en-US"/>
              <a:t>	if(below Z plane) --level;</a:t>
            </a:r>
            <a:endParaRPr lang="zh-CN" altLang="en-US"/>
          </a:p>
        </p:txBody>
      </p:sp>
      <p:sp>
        <p:nvSpPr>
          <p:cNvPr id="50" name="矩形 49"/>
          <p:cNvSpPr/>
          <p:nvPr/>
        </p:nvSpPr>
        <p:spPr>
          <a:xfrm flipH="1">
            <a:off x="903605" y="1878330"/>
            <a:ext cx="3905885" cy="341503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相机</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控制</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动态</a:t>
            </a:r>
            <a:r>
              <a:rPr lang="en-US" altLang="zh-CN" sz="2000" dirty="0">
                <a:solidFill>
                  <a:srgbClr val="266196"/>
                </a:solidFill>
                <a:latin typeface="等线 Light" panose="02010600030101010101" charset="-122"/>
                <a:ea typeface="等线 Light" panose="02010600030101010101" charset="-122"/>
                <a:cs typeface="Arial" panose="020B0604020202020204" pitchFamily="34" charset="0"/>
                <a:sym typeface="+mn-ea"/>
              </a:rPr>
              <a:t>UI</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参数</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控制</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实时画面</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预览</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画面效果</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对比</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渲染参数</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显示</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marL="0" lvl="0" indent="0" eaLnBrk="1" hangingPunct="1">
              <a:lnSpc>
                <a:spcPct val="120000"/>
              </a:lnSpc>
              <a:spcBef>
                <a:spcPct val="0"/>
              </a:spcBef>
              <a:buFont typeface="Wingdings" panose="05000000000000000000" charset="0"/>
              <a:buNone/>
            </a:pP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p:txBody>
      </p:sp>
      <p:sp>
        <p:nvSpPr>
          <p:cNvPr id="4" name="文本框 3"/>
          <p:cNvSpPr txBox="1"/>
          <p:nvPr/>
        </p:nvSpPr>
        <p:spPr>
          <a:xfrm>
            <a:off x="5741670" y="5205730"/>
            <a:ext cx="3782695" cy="414020"/>
          </a:xfrm>
          <a:prstGeom prst="rect">
            <a:avLst/>
          </a:prstGeom>
          <a:noFill/>
          <a:ln w="9525">
            <a:noFill/>
          </a:ln>
        </p:spPr>
        <p:txBody>
          <a:bodyPr wrap="square">
            <a:spAutoFit/>
          </a:bodyPr>
          <a:p>
            <a:pPr algn="ctr" defTabSz="685800">
              <a:lnSpc>
                <a:spcPct val="150000"/>
              </a:lnSpc>
              <a:buClr>
                <a:srgbClr val="E7E6E6">
                  <a:lumMod val="10000"/>
                </a:srgbClr>
              </a:buClr>
              <a:buSzTx/>
              <a:buFontTx/>
            </a:pPr>
            <a:r>
              <a:rPr lang="zh-CN" altLang="en-US" sz="1400" b="0" dirty="0">
                <a:solidFill>
                  <a:srgbClr val="266196"/>
                </a:solidFill>
                <a:cs typeface="+mn-ea"/>
              </a:rPr>
              <a:t>用户交互</a:t>
            </a:r>
            <a:r>
              <a:rPr lang="zh-CN" altLang="en-US" sz="1400" b="0" dirty="0">
                <a:solidFill>
                  <a:srgbClr val="266196"/>
                </a:solidFill>
                <a:cs typeface="+mn-ea"/>
              </a:rPr>
              <a:t>模块</a:t>
            </a:r>
            <a:endParaRPr lang="zh-CN" altLang="en-US" sz="1400" b="0" dirty="0">
              <a:solidFill>
                <a:srgbClr val="266196"/>
              </a:solidFill>
              <a:cs typeface="+mn-ea"/>
            </a:endParaRPr>
          </a:p>
        </p:txBody>
      </p:sp>
      <p:pic>
        <p:nvPicPr>
          <p:cNvPr id="2" name="图片 1" descr="image_026_0000"/>
          <p:cNvPicPr>
            <a:picLocks noChangeAspect="1"/>
          </p:cNvPicPr>
          <p:nvPr/>
        </p:nvPicPr>
        <p:blipFill>
          <a:blip r:embed="rId1"/>
          <a:stretch>
            <a:fillRect/>
          </a:stretch>
        </p:blipFill>
        <p:spPr>
          <a:xfrm>
            <a:off x="4227195" y="1551940"/>
            <a:ext cx="6494780" cy="3653790"/>
          </a:xfrm>
          <a:prstGeom prst="rect">
            <a:avLst/>
          </a:prstGeom>
        </p:spPr>
      </p:pic>
      <p:sp>
        <p:nvSpPr>
          <p:cNvPr id="20" name="文本框 19"/>
          <p:cNvSpPr txBox="1"/>
          <p:nvPr/>
        </p:nvSpPr>
        <p:spPr>
          <a:xfrm>
            <a:off x="218471" y="724438"/>
            <a:ext cx="6377679" cy="583565"/>
          </a:xfrm>
          <a:prstGeom prst="rect">
            <a:avLst/>
          </a:prstGeom>
          <a:noFill/>
        </p:spPr>
        <p:txBody>
          <a:bodyPr wrap="square" rtlCol="0">
            <a:spAutoFit/>
          </a:bodyPr>
          <a:p>
            <a:pPr algn="l">
              <a:buClrTx/>
              <a:buSzTx/>
              <a:buFontTx/>
            </a:pPr>
            <a:r>
              <a:rPr lang="zh-CN" altLang="en-US" sz="3200" dirty="0">
                <a:solidFill>
                  <a:srgbClr val="266196"/>
                </a:solidFill>
                <a:latin typeface="思源黑体 CN Medium" panose="020B0600000000000000" pitchFamily="34" charset="-122"/>
                <a:ea typeface="思源黑体 CN Medium" panose="020B0600000000000000" pitchFamily="34" charset="-122"/>
              </a:rPr>
              <a:t>用户交互</a:t>
            </a:r>
            <a:r>
              <a:rPr lang="zh-CN" altLang="en-US" sz="3200" dirty="0">
                <a:solidFill>
                  <a:srgbClr val="266196"/>
                </a:solidFill>
                <a:latin typeface="思源黑体 CN Medium" panose="020B0600000000000000" pitchFamily="34" charset="-122"/>
                <a:ea typeface="思源黑体 CN Medium" panose="020B0600000000000000" pitchFamily="34" charset="-122"/>
              </a:rPr>
              <a:t>模块</a:t>
            </a:r>
            <a:endParaRPr lang="zh-CN" altLang="en-US" sz="3200" dirty="0">
              <a:solidFill>
                <a:srgbClr val="266196"/>
              </a:solidFill>
              <a:latin typeface="思源黑体 CN Medium" panose="020B0600000000000000" pitchFamily="34" charset="-122"/>
              <a:ea typeface="思源黑体 CN Medium" panose="020B0600000000000000" pitchFamily="34" charset="-122"/>
            </a:endParaRPr>
          </a:p>
        </p:txBody>
      </p:sp>
      <p:grpSp>
        <p:nvGrpSpPr>
          <p:cNvPr id="22" name="组合 21"/>
          <p:cNvGrpSpPr/>
          <p:nvPr/>
        </p:nvGrpSpPr>
        <p:grpSpPr>
          <a:xfrm>
            <a:off x="0" y="206375"/>
            <a:ext cx="7390765" cy="391795"/>
            <a:chOff x="3687" y="311"/>
            <a:chExt cx="11639" cy="617"/>
          </a:xfrm>
        </p:grpSpPr>
        <p:sp>
          <p:nvSpPr>
            <p:cNvPr id="23" name="文本框 22"/>
            <p:cNvSpPr txBox="1"/>
            <p:nvPr/>
          </p:nvSpPr>
          <p:spPr>
            <a:xfrm>
              <a:off x="3687" y="321"/>
              <a:ext cx="2464" cy="580"/>
            </a:xfrm>
            <a:prstGeom prst="rect">
              <a:avLst/>
            </a:prstGeom>
            <a:noFill/>
          </p:spPr>
          <p:txBody>
            <a:bodyPr wrap="square" rtlCol="0">
              <a:spAutoFit/>
            </a:bodyPr>
            <a:p>
              <a:pPr algn="ctr">
                <a:buClrTx/>
                <a:buSzTx/>
                <a:buFontTx/>
              </a:pPr>
              <a:r>
                <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4" name="文本框 23"/>
            <p:cNvSpPr txBox="1"/>
            <p:nvPr/>
          </p:nvSpPr>
          <p:spPr>
            <a:xfrm>
              <a:off x="6215" y="321"/>
              <a:ext cx="1801" cy="580"/>
            </a:xfrm>
            <a:prstGeom prst="rect">
              <a:avLst/>
            </a:prstGeom>
            <a:noFill/>
          </p:spPr>
          <p:txBody>
            <a:bodyPr wrap="square" rtlCol="0">
              <a:spAutoFit/>
            </a:bodyPr>
            <a:p>
              <a:pPr algn="ctr"/>
              <a:r>
                <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5" name="文本框 24"/>
            <p:cNvSpPr txBox="1"/>
            <p:nvPr/>
          </p:nvSpPr>
          <p:spPr>
            <a:xfrm>
              <a:off x="8114" y="348"/>
              <a:ext cx="2250" cy="580"/>
            </a:xfrm>
            <a:prstGeom prst="rect">
              <a:avLst/>
            </a:prstGeom>
            <a:noFill/>
          </p:spPr>
          <p:txBody>
            <a:bodyPr wrap="square" rtlCol="0">
              <a:spAutoFit/>
            </a:bodyPr>
            <a:p>
              <a:pPr algn="ctr">
                <a:buClrTx/>
                <a:buSzTx/>
                <a:buFontTx/>
              </a:pPr>
              <a:r>
                <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设计及实现</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6" name="文本框 25"/>
            <p:cNvSpPr txBox="1"/>
            <p:nvPr/>
          </p:nvSpPr>
          <p:spPr>
            <a:xfrm>
              <a:off x="12977" y="311"/>
              <a:ext cx="2349" cy="58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7"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文本框 29"/>
            <p:cNvSpPr txBox="1"/>
            <p:nvPr/>
          </p:nvSpPr>
          <p:spPr>
            <a:xfrm>
              <a:off x="10532" y="321"/>
              <a:ext cx="2300" cy="580"/>
            </a:xfrm>
            <a:prstGeom prst="rect">
              <a:avLst/>
            </a:prstGeom>
            <a:noFill/>
          </p:spPr>
          <p:txBody>
            <a:bodyPr wrap="square" rtlCol="0">
              <a:spAutoFit/>
            </a:bodyPr>
            <a:p>
              <a:pPr algn="ctr">
                <a:buClrTx/>
                <a:buSzTx/>
                <a:buFontTx/>
              </a:pP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31"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43456" y="20759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while(level&gt;-1)</a:t>
            </a:r>
            <a:endParaRPr lang="zh-CN" altLang="en-US"/>
          </a:p>
          <a:p>
            <a:pPr algn="ctr"/>
            <a:r>
              <a:rPr lang="zh-CN" altLang="en-US"/>
              <a:t>    step through current cell;</a:t>
            </a:r>
            <a:endParaRPr lang="zh-CN" altLang="en-US"/>
          </a:p>
          <a:p>
            <a:pPr algn="ctr"/>
            <a:r>
              <a:rPr lang="zh-CN" altLang="en-US"/>
              <a:t>	if(above Z plane) ++level;</a:t>
            </a:r>
            <a:endParaRPr lang="zh-CN" altLang="en-US"/>
          </a:p>
          <a:p>
            <a:pPr algn="ctr"/>
            <a:r>
              <a:rPr lang="zh-CN" altLang="en-US"/>
              <a:t>	if(below Z plane) --level;</a:t>
            </a:r>
            <a:endParaRPr lang="zh-CN" altLang="en-US"/>
          </a:p>
        </p:txBody>
      </p:sp>
      <p:pic>
        <p:nvPicPr>
          <p:cNvPr id="2" name="SSGI演示流程">
            <a:hlinkClick r:id="" action="ppaction://media"/>
          </p:cNvPr>
          <p:cNvPicPr/>
          <p:nvPr>
            <a:videoFile r:link="rId1"/>
            <p:extLst>
              <p:ext uri="{DAA4B4D4-6D71-4841-9C94-3DE7FCFB9230}">
                <p14:media xmlns:p14="http://schemas.microsoft.com/office/powerpoint/2010/main" r:link="rId2"/>
              </p:ext>
            </p:extLst>
            <p:custDataLst>
              <p:tags r:id="rId3"/>
            </p:custDataLst>
          </p:nvPr>
        </p:nvPicPr>
        <p:blipFill>
          <a:blip r:embed="rId4"/>
          <a:stretch>
            <a:fillRect/>
          </a:stretch>
        </p:blipFill>
        <p:spPr>
          <a:xfrm>
            <a:off x="974090" y="1308100"/>
            <a:ext cx="10030460" cy="5434330"/>
          </a:xfrm>
          <a:prstGeom prst="rect">
            <a:avLst/>
          </a:prstGeom>
        </p:spPr>
      </p:pic>
      <p:sp>
        <p:nvSpPr>
          <p:cNvPr id="20" name="文本框 19"/>
          <p:cNvSpPr txBox="1"/>
          <p:nvPr/>
        </p:nvSpPr>
        <p:spPr>
          <a:xfrm>
            <a:off x="218471" y="724438"/>
            <a:ext cx="6377679" cy="583565"/>
          </a:xfrm>
          <a:prstGeom prst="rect">
            <a:avLst/>
          </a:prstGeom>
          <a:noFill/>
        </p:spPr>
        <p:txBody>
          <a:bodyPr wrap="square" rtlCol="0">
            <a:spAutoFit/>
          </a:bodyPr>
          <a:p>
            <a:pPr algn="l">
              <a:buClrTx/>
              <a:buSzTx/>
              <a:buFontTx/>
            </a:pPr>
            <a:r>
              <a:rPr lang="zh-CN" altLang="en-US" sz="3200" dirty="0">
                <a:solidFill>
                  <a:srgbClr val="266196"/>
                </a:solidFill>
                <a:latin typeface="思源黑体 CN Medium" panose="020B0600000000000000" pitchFamily="34" charset="-122"/>
                <a:ea typeface="思源黑体 CN Medium" panose="020B0600000000000000" pitchFamily="34" charset="-122"/>
                <a:sym typeface="+mn-ea"/>
              </a:rPr>
              <a:t>视频成果</a:t>
            </a:r>
            <a:r>
              <a:rPr lang="zh-CN" altLang="en-US" sz="3200" dirty="0">
                <a:solidFill>
                  <a:srgbClr val="266196"/>
                </a:solidFill>
                <a:latin typeface="思源黑体 CN Medium" panose="020B0600000000000000" pitchFamily="34" charset="-122"/>
                <a:ea typeface="思源黑体 CN Medium" panose="020B0600000000000000" pitchFamily="34" charset="-122"/>
                <a:sym typeface="+mn-ea"/>
              </a:rPr>
              <a:t>演示</a:t>
            </a:r>
            <a:endParaRPr lang="zh-CN" altLang="en-US" sz="3200" dirty="0">
              <a:solidFill>
                <a:srgbClr val="266196"/>
              </a:solidFill>
              <a:latin typeface="思源黑体 CN Medium" panose="020B0600000000000000" pitchFamily="34" charset="-122"/>
              <a:ea typeface="思源黑体 CN Medium" panose="020B0600000000000000" pitchFamily="34" charset="-122"/>
              <a:sym typeface="+mn-ea"/>
            </a:endParaRPr>
          </a:p>
        </p:txBody>
      </p:sp>
      <p:grpSp>
        <p:nvGrpSpPr>
          <p:cNvPr id="22" name="组合 21"/>
          <p:cNvGrpSpPr/>
          <p:nvPr/>
        </p:nvGrpSpPr>
        <p:grpSpPr>
          <a:xfrm>
            <a:off x="0" y="206375"/>
            <a:ext cx="7390765" cy="391795"/>
            <a:chOff x="3687" y="311"/>
            <a:chExt cx="11639" cy="617"/>
          </a:xfrm>
        </p:grpSpPr>
        <p:sp>
          <p:nvSpPr>
            <p:cNvPr id="23" name="文本框 22"/>
            <p:cNvSpPr txBox="1"/>
            <p:nvPr/>
          </p:nvSpPr>
          <p:spPr>
            <a:xfrm>
              <a:off x="3687" y="321"/>
              <a:ext cx="2464" cy="580"/>
            </a:xfrm>
            <a:prstGeom prst="rect">
              <a:avLst/>
            </a:prstGeom>
            <a:noFill/>
          </p:spPr>
          <p:txBody>
            <a:bodyPr wrap="square" rtlCol="0">
              <a:spAutoFit/>
            </a:bodyPr>
            <a:p>
              <a:pPr algn="ctr">
                <a:buClrTx/>
                <a:buSzTx/>
                <a:buFontTx/>
              </a:pPr>
              <a:r>
                <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4" name="文本框 23"/>
            <p:cNvSpPr txBox="1"/>
            <p:nvPr/>
          </p:nvSpPr>
          <p:spPr>
            <a:xfrm>
              <a:off x="6215" y="321"/>
              <a:ext cx="1801" cy="580"/>
            </a:xfrm>
            <a:prstGeom prst="rect">
              <a:avLst/>
            </a:prstGeom>
            <a:noFill/>
          </p:spPr>
          <p:txBody>
            <a:bodyPr wrap="square" rtlCol="0">
              <a:spAutoFit/>
            </a:bodyPr>
            <a:p>
              <a:pPr algn="ctr"/>
              <a:r>
                <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5" name="文本框 24"/>
            <p:cNvSpPr txBox="1"/>
            <p:nvPr/>
          </p:nvSpPr>
          <p:spPr>
            <a:xfrm>
              <a:off x="8114" y="348"/>
              <a:ext cx="2250" cy="580"/>
            </a:xfrm>
            <a:prstGeom prst="rect">
              <a:avLst/>
            </a:prstGeom>
            <a:noFill/>
          </p:spPr>
          <p:txBody>
            <a:bodyPr wrap="square" rtlCol="0">
              <a:spAutoFit/>
            </a:bodyPr>
            <a:p>
              <a:pPr algn="ctr">
                <a:buClrTx/>
                <a:buSzTx/>
                <a:buFontTx/>
              </a:pPr>
              <a:r>
                <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设计及实现</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6" name="文本框 25"/>
            <p:cNvSpPr txBox="1"/>
            <p:nvPr/>
          </p:nvSpPr>
          <p:spPr>
            <a:xfrm>
              <a:off x="12977" y="311"/>
              <a:ext cx="2349" cy="58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7"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文本框 29"/>
            <p:cNvSpPr txBox="1"/>
            <p:nvPr/>
          </p:nvSpPr>
          <p:spPr>
            <a:xfrm>
              <a:off x="10532" y="321"/>
              <a:ext cx="2300" cy="580"/>
            </a:xfrm>
            <a:prstGeom prst="rect">
              <a:avLst/>
            </a:prstGeom>
            <a:noFill/>
          </p:spPr>
          <p:txBody>
            <a:bodyPr wrap="square" rtlCol="0">
              <a:spAutoFit/>
            </a:bodyPr>
            <a:p>
              <a:pPr algn="ct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31"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indefinite"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fullScrn="0">
              <p:cMediaNode>
                <p:cTn id="7" fill="hold" display="1">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additive="base">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a:off x="-1028700" y="2442500"/>
            <a:ext cx="14192250" cy="2354000"/>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396109" y="3048120"/>
            <a:ext cx="6377679" cy="1106805"/>
          </a:xfrm>
          <a:prstGeom prst="rect">
            <a:avLst/>
          </a:prstGeom>
          <a:noFill/>
        </p:spPr>
        <p:txBody>
          <a:bodyPr wrap="square" rtlCol="0">
            <a:spAutoFit/>
          </a:bodyPr>
          <a:lstStyle/>
          <a:p>
            <a:pPr algn="just"/>
            <a:r>
              <a:rPr lang="zh-CN" altLang="en-US" sz="6600" dirty="0">
                <a:solidFill>
                  <a:srgbClr val="266196"/>
                </a:solidFill>
                <a:latin typeface="思源黑体 CN Medium" panose="020B0600000000000000" pitchFamily="34" charset="-122"/>
                <a:ea typeface="思源黑体 CN Medium" panose="020B0600000000000000" pitchFamily="34" charset="-122"/>
                <a:sym typeface="+mn-ea"/>
              </a:rPr>
              <a:t>方法测试</a:t>
            </a:r>
            <a:r>
              <a:rPr lang="zh-CN" altLang="en-US" sz="6600" dirty="0">
                <a:solidFill>
                  <a:srgbClr val="266196"/>
                </a:solidFill>
                <a:latin typeface="思源黑体 CN Medium" panose="020B0600000000000000" pitchFamily="34" charset="-122"/>
                <a:ea typeface="思源黑体 CN Medium" panose="020B0600000000000000" pitchFamily="34" charset="-122"/>
                <a:sym typeface="+mn-ea"/>
              </a:rPr>
              <a:t>及总结</a:t>
            </a:r>
            <a:endParaRPr lang="zh-CN" altLang="en-US" sz="6600" dirty="0">
              <a:solidFill>
                <a:srgbClr val="266196"/>
              </a:solidFill>
              <a:latin typeface="思源黑体 CN Medium" panose="020B0600000000000000" pitchFamily="34" charset="-122"/>
              <a:ea typeface="思源黑体 CN Medium" panose="020B0600000000000000" pitchFamily="34" charset="-122"/>
              <a:sym typeface="+mn-ea"/>
            </a:endParaRPr>
          </a:p>
        </p:txBody>
      </p:sp>
      <p:sp>
        <p:nvSpPr>
          <p:cNvPr id="8" name="文本框 7"/>
          <p:cNvSpPr txBox="1"/>
          <p:nvPr/>
        </p:nvSpPr>
        <p:spPr>
          <a:xfrm>
            <a:off x="3075940" y="4250055"/>
            <a:ext cx="7058025" cy="306705"/>
          </a:xfrm>
          <a:prstGeom prst="rect">
            <a:avLst/>
          </a:prstGeom>
          <a:noFill/>
        </p:spPr>
        <p:txBody>
          <a:bodyPr wrap="square" rtlCol="0">
            <a:spAutoFit/>
          </a:bodyPr>
          <a:lstStyle/>
          <a:p>
            <a:pPr algn="ctr"/>
            <a:r>
              <a:rPr sz="1400">
                <a:solidFill>
                  <a:srgbClr val="225686"/>
                </a:solidFill>
                <a:latin typeface="Microsoft YaHei UI" panose="020B0503020204020204" pitchFamily="34" charset="-122"/>
                <a:ea typeface="Microsoft YaHei UI" panose="020B0503020204020204" pitchFamily="34" charset="-122"/>
              </a:rPr>
              <a:t>Methods Test and Summary</a:t>
            </a:r>
            <a:endParaRPr sz="1400">
              <a:solidFill>
                <a:srgbClr val="225686"/>
              </a:solidFill>
              <a:latin typeface="Microsoft YaHei UI" panose="020B0503020204020204" pitchFamily="34" charset="-122"/>
              <a:ea typeface="Microsoft YaHei UI" panose="020B0503020204020204" pitchFamily="34" charset="-122"/>
            </a:endParaRPr>
          </a:p>
        </p:txBody>
      </p:sp>
      <p:cxnSp>
        <p:nvCxnSpPr>
          <p:cNvPr id="9" name="直接连接符 8"/>
          <p:cNvCxnSpPr/>
          <p:nvPr/>
        </p:nvCxnSpPr>
        <p:spPr>
          <a:xfrm>
            <a:off x="3075290" y="4156116"/>
            <a:ext cx="6887183" cy="0"/>
          </a:xfrm>
          <a:prstGeom prst="line">
            <a:avLst/>
          </a:prstGeom>
          <a:ln w="12700">
            <a:solidFill>
              <a:srgbClr val="225686"/>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966008" y="2955787"/>
            <a:ext cx="4027251" cy="1198880"/>
          </a:xfrm>
          <a:prstGeom prst="rect">
            <a:avLst/>
          </a:prstGeom>
          <a:noFill/>
        </p:spPr>
        <p:txBody>
          <a:bodyPr wrap="square" rtlCol="0">
            <a:spAutoFit/>
          </a:bodyPr>
          <a:lstStyle/>
          <a:p>
            <a:r>
              <a:rPr lang="en-US" altLang="zh-CN" sz="7200" dirty="0">
                <a:solidFill>
                  <a:srgbClr val="225686"/>
                </a:solidFill>
              </a:rPr>
              <a:t>05</a:t>
            </a:r>
            <a:endParaRPr lang="zh-CN" altLang="en-US" sz="7200" dirty="0">
              <a:solidFill>
                <a:srgbClr val="225686"/>
              </a:solidFill>
            </a:endParaRPr>
          </a:p>
        </p:txBody>
      </p:sp>
      <p:pic>
        <p:nvPicPr>
          <p:cNvPr id="2" name="图片 1" descr="C:\Users\MSI-PC\Desktop\校徽.png校徽"/>
          <p:cNvPicPr>
            <a:picLocks noChangeAspect="1"/>
          </p:cNvPicPr>
          <p:nvPr/>
        </p:nvPicPr>
        <p:blipFill>
          <a:blip r:embed="rId1"/>
          <a:srcRect/>
          <a:stretch>
            <a:fillRect/>
          </a:stretch>
        </p:blipFill>
        <p:spPr>
          <a:xfrm>
            <a:off x="5323088" y="697442"/>
            <a:ext cx="1545823" cy="1433830"/>
          </a:xfrm>
          <a:prstGeom prst="rect">
            <a:avLst/>
          </a:prstGeom>
          <a:effectLst>
            <a:outerShdw blurRad="50800" dist="50800" dir="600000" algn="ctr" rotWithShape="0">
              <a:srgbClr val="000000">
                <a:alpha val="43137"/>
              </a:srgbClr>
            </a:outerShdw>
          </a:effectLst>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43456" y="20759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while(level&gt;-1)</a:t>
            </a:r>
            <a:endParaRPr lang="zh-CN" altLang="en-US"/>
          </a:p>
          <a:p>
            <a:pPr algn="ctr"/>
            <a:r>
              <a:rPr lang="zh-CN" altLang="en-US"/>
              <a:t>    step through current cell;</a:t>
            </a:r>
            <a:endParaRPr lang="zh-CN" altLang="en-US"/>
          </a:p>
          <a:p>
            <a:pPr algn="ctr"/>
            <a:r>
              <a:rPr lang="zh-CN" altLang="en-US"/>
              <a:t>	if(above Z plane) ++level;</a:t>
            </a:r>
            <a:endParaRPr lang="zh-CN" altLang="en-US"/>
          </a:p>
          <a:p>
            <a:pPr algn="ctr"/>
            <a:r>
              <a:rPr lang="zh-CN" altLang="en-US"/>
              <a:t>	if(below Z plane) --level;</a:t>
            </a:r>
            <a:endParaRPr lang="zh-CN" altLang="en-US"/>
          </a:p>
        </p:txBody>
      </p:sp>
      <p:graphicFrame>
        <p:nvGraphicFramePr>
          <p:cNvPr id="2" name="表格 1"/>
          <p:cNvGraphicFramePr/>
          <p:nvPr>
            <p:custDataLst>
              <p:tags r:id="rId1"/>
            </p:custDataLst>
          </p:nvPr>
        </p:nvGraphicFramePr>
        <p:xfrm>
          <a:off x="1476375" y="1727835"/>
          <a:ext cx="9125585" cy="4269105"/>
        </p:xfrm>
        <a:graphic>
          <a:graphicData uri="http://schemas.openxmlformats.org/drawingml/2006/table">
            <a:tbl>
              <a:tblPr firstRow="1" bandRow="1">
                <a:tableStyleId>{D113A9D2-9D6B-4929-AA2D-F23B5EE8CBE7}</a:tableStyleId>
              </a:tblPr>
              <a:tblGrid>
                <a:gridCol w="926465"/>
                <a:gridCol w="1002665"/>
                <a:gridCol w="1232535"/>
                <a:gridCol w="1386205"/>
                <a:gridCol w="1553210"/>
                <a:gridCol w="1803400"/>
                <a:gridCol w="1221105"/>
              </a:tblGrid>
              <a:tr h="679450">
                <a:tc>
                  <a:txBody>
                    <a:bodyPr/>
                    <a:p>
                      <a:pPr indent="0" algn="ctr">
                        <a:buNone/>
                      </a:pPr>
                      <a:r>
                        <a:rPr lang="en-US" sz="1200"/>
                        <a:t>序号</a:t>
                      </a:r>
                      <a:endParaRPr lang="en-US" altLang="en-US" sz="1200"/>
                    </a:p>
                  </a:txBody>
                  <a:tcPr marL="68580" marR="68580" marT="0" marB="0" vert="horz" anchor="ctr" anchorCtr="0"/>
                </a:tc>
                <a:tc>
                  <a:txBody>
                    <a:bodyPr/>
                    <a:p>
                      <a:pPr indent="0" algn="ctr">
                        <a:buNone/>
                      </a:pPr>
                      <a:r>
                        <a:rPr lang="en-US" sz="1200"/>
                        <a:t>SSGI是否开启</a:t>
                      </a:r>
                      <a:endParaRPr lang="en-US" altLang="en-US" sz="1200"/>
                    </a:p>
                  </a:txBody>
                  <a:tcPr marL="68580" marR="68580" marT="0" marB="0" vert="horz" anchor="ctr" anchorCtr="0"/>
                </a:tc>
                <a:tc>
                  <a:txBody>
                    <a:bodyPr/>
                    <a:p>
                      <a:pPr indent="0" algn="ctr">
                        <a:buNone/>
                      </a:pPr>
                      <a:r>
                        <a:rPr lang="en-US" sz="1200"/>
                        <a:t>光线数量</a:t>
                      </a:r>
                      <a:endParaRPr lang="en-US" altLang="en-US" sz="1200"/>
                    </a:p>
                  </a:txBody>
                  <a:tcPr marL="68580" marR="68580" marT="0" marB="0" vert="horz" anchor="ctr" anchorCtr="0"/>
                </a:tc>
                <a:tc>
                  <a:txBody>
                    <a:bodyPr/>
                    <a:p>
                      <a:pPr indent="0" algn="ctr">
                        <a:buNone/>
                      </a:pPr>
                      <a:r>
                        <a:rPr lang="en-US" sz="1200"/>
                        <a:t>最大光线步进次数</a:t>
                      </a:r>
                      <a:endParaRPr lang="en-US" altLang="en-US" sz="1200"/>
                    </a:p>
                  </a:txBody>
                  <a:tcPr marL="68580" marR="68580" marT="0" marB="0" vert="horz" anchor="ctr" anchorCtr="0"/>
                </a:tc>
                <a:tc>
                  <a:txBody>
                    <a:bodyPr/>
                    <a:p>
                      <a:pPr indent="0" algn="ctr">
                        <a:buNone/>
                      </a:pPr>
                      <a:r>
                        <a:rPr lang="en-US" sz="1200"/>
                        <a:t>光线追踪分辨率</a:t>
                      </a:r>
                      <a:endParaRPr lang="en-US" altLang="en-US" sz="1200"/>
                    </a:p>
                  </a:txBody>
                  <a:tcPr marL="68580" marR="68580" marT="0" marB="0" vert="horz" anchor="ctr" anchorCtr="0"/>
                </a:tc>
                <a:tc>
                  <a:txBody>
                    <a:bodyPr/>
                    <a:p>
                      <a:pPr indent="0" algn="ctr">
                        <a:buNone/>
                      </a:pPr>
                      <a:r>
                        <a:rPr lang="en-US" sz="1200"/>
                        <a:t>SSGI平均渲染耗时（ms）</a:t>
                      </a:r>
                      <a:endParaRPr lang="en-US" altLang="en-US" sz="1200"/>
                    </a:p>
                  </a:txBody>
                  <a:tcPr marL="68580" marR="68580" marT="0" marB="0" vert="horz" anchor="ctr" anchorCtr="0"/>
                </a:tc>
                <a:tc>
                  <a:txBody>
                    <a:bodyPr/>
                    <a:p>
                      <a:pPr indent="0" algn="ctr">
                        <a:buNone/>
                      </a:pPr>
                      <a:r>
                        <a:rPr lang="en-US" sz="1200"/>
                        <a:t>平均帧数</a:t>
                      </a:r>
                      <a:endParaRPr lang="en-US" altLang="en-US" sz="1200"/>
                    </a:p>
                  </a:txBody>
                  <a:tcPr marL="68580" marR="68580" marT="0" marB="0" vert="horz" anchor="ctr" anchorCtr="0"/>
                </a:tc>
              </a:tr>
              <a:tr h="382905">
                <a:tc>
                  <a:txBody>
                    <a:bodyPr/>
                    <a:p>
                      <a:pPr indent="0" algn="ctr">
                        <a:buNone/>
                      </a:pPr>
                      <a:r>
                        <a:rPr lang="en-US" sz="1400"/>
                        <a:t>1</a:t>
                      </a:r>
                      <a:endParaRPr lang="en-US" altLang="en-US" sz="1400"/>
                    </a:p>
                  </a:txBody>
                  <a:tcPr marL="68580" marR="68580" marT="0" marB="0" vert="horz" anchor="ctr" anchorCtr="0"/>
                </a:tc>
                <a:tc>
                  <a:txBody>
                    <a:bodyPr/>
                    <a:p>
                      <a:pPr indent="0" algn="ctr">
                        <a:buNone/>
                      </a:pPr>
                      <a:r>
                        <a:rPr lang="en-US" sz="1400"/>
                        <a:t>否</a:t>
                      </a:r>
                      <a:endParaRPr lang="en-US" altLang="en-US" sz="1400"/>
                    </a:p>
                  </a:txBody>
                  <a:tcPr marL="68580" marR="68580" marT="0" marB="0" vert="horz" anchor="ctr" anchorCtr="0"/>
                </a:tc>
                <a:tc>
                  <a:txBody>
                    <a:bodyPr/>
                    <a:p>
                      <a:pPr indent="0" algn="ctr">
                        <a:buNone/>
                      </a:pPr>
                      <a:r>
                        <a:rPr lang="en-US" sz="1400"/>
                        <a:t>0</a:t>
                      </a:r>
                      <a:endParaRPr lang="en-US" sz="1400"/>
                    </a:p>
                  </a:txBody>
                  <a:tcPr marL="68580" marR="68580" marT="0" marB="0" vert="horz" anchor="ctr" anchorCtr="0"/>
                </a:tc>
                <a:tc>
                  <a:txBody>
                    <a:bodyPr/>
                    <a:p>
                      <a:pPr indent="0" algn="ctr">
                        <a:buNone/>
                      </a:pPr>
                      <a:r>
                        <a:rPr lang="en-US" sz="1400"/>
                        <a:t> 0</a:t>
                      </a:r>
                      <a:endParaRPr lang="en-US" altLang="en-US" sz="1400"/>
                    </a:p>
                  </a:txBody>
                  <a:tcPr marL="68580" marR="68580" marT="0" marB="0" vert="horz" anchor="ctr" anchorCtr="0"/>
                </a:tc>
                <a:tc>
                  <a:txBody>
                    <a:bodyPr/>
                    <a:p>
                      <a:pPr indent="0" algn="ctr">
                        <a:buNone/>
                      </a:pPr>
                      <a:r>
                        <a:rPr lang="en-US" sz="1400"/>
                        <a:t> 0</a:t>
                      </a:r>
                      <a:endParaRPr lang="en-US" altLang="en-US" sz="1400"/>
                    </a:p>
                  </a:txBody>
                  <a:tcPr marL="68580" marR="68580" marT="0" marB="0" vert="horz" anchor="ctr" anchorCtr="0"/>
                </a:tc>
                <a:tc>
                  <a:txBody>
                    <a:bodyPr/>
                    <a:p>
                      <a:pPr indent="0" algn="ctr">
                        <a:buNone/>
                      </a:pPr>
                      <a:r>
                        <a:rPr lang="en-US" sz="1400"/>
                        <a:t> 0</a:t>
                      </a:r>
                      <a:endParaRPr lang="en-US" altLang="en-US" sz="1400"/>
                    </a:p>
                  </a:txBody>
                  <a:tcPr marL="68580" marR="68580" marT="0" marB="0" vert="horz" anchor="ctr" anchorCtr="0"/>
                </a:tc>
                <a:tc>
                  <a:txBody>
                    <a:bodyPr/>
                    <a:p>
                      <a:pPr indent="0" algn="ctr">
                        <a:buNone/>
                      </a:pPr>
                      <a:r>
                        <a:rPr lang="en-US" sz="1400"/>
                        <a:t>95</a:t>
                      </a:r>
                      <a:endParaRPr lang="en-US" altLang="en-US" sz="1400"/>
                    </a:p>
                  </a:txBody>
                  <a:tcPr marL="68580" marR="68580" marT="0" marB="0" vert="horz" anchor="ctr" anchorCtr="0"/>
                </a:tc>
              </a:tr>
              <a:tr h="296545">
                <a:tc>
                  <a:txBody>
                    <a:bodyPr/>
                    <a:p>
                      <a:pPr indent="0" algn="ctr">
                        <a:buNone/>
                      </a:pPr>
                      <a:r>
                        <a:rPr lang="en-US" sz="1400"/>
                        <a:t>2</a:t>
                      </a:r>
                      <a:endParaRPr lang="en-US" altLang="en-US" sz="1400"/>
                    </a:p>
                  </a:txBody>
                  <a:tcPr marL="68580" marR="68580" marT="0" marB="0" vert="horz" anchor="ctr" anchorCtr="0"/>
                </a:tc>
                <a:tc>
                  <a:txBody>
                    <a:bodyPr/>
                    <a:p>
                      <a:pPr indent="0" algn="ctr">
                        <a:buNone/>
                      </a:pPr>
                      <a:r>
                        <a:rPr lang="en-US" sz="1400"/>
                        <a:t>是</a:t>
                      </a:r>
                      <a:endParaRPr lang="en-US" altLang="en-US" sz="1400"/>
                    </a:p>
                  </a:txBody>
                  <a:tcPr marL="68580" marR="68580" marT="0" marB="0" vert="horz" anchor="ctr" anchorCtr="0"/>
                </a:tc>
                <a:tc>
                  <a:txBody>
                    <a:bodyPr/>
                    <a:p>
                      <a:pPr indent="0" algn="ctr">
                        <a:buNone/>
                      </a:pPr>
                      <a:r>
                        <a:rPr lang="en-US" sz="1400"/>
                        <a:t>4</a:t>
                      </a:r>
                      <a:endParaRPr lang="en-US" altLang="en-US" sz="1400"/>
                    </a:p>
                  </a:txBody>
                  <a:tcPr marL="68580" marR="68580" marT="0" marB="0" vert="horz" anchor="ctr" anchorCtr="0"/>
                </a:tc>
                <a:tc>
                  <a:txBody>
                    <a:bodyPr/>
                    <a:p>
                      <a:pPr indent="0" algn="ctr">
                        <a:buNone/>
                      </a:pPr>
                      <a:r>
                        <a:rPr lang="en-US" sz="1400"/>
                        <a:t>16</a:t>
                      </a:r>
                      <a:endParaRPr lang="en-US" altLang="en-US" sz="1400"/>
                    </a:p>
                  </a:txBody>
                  <a:tcPr marL="68580" marR="68580" marT="0" marB="0" vert="horz" anchor="ctr" anchorCtr="0"/>
                </a:tc>
                <a:tc>
                  <a:txBody>
                    <a:bodyPr/>
                    <a:p>
                      <a:pPr indent="0" algn="ctr">
                        <a:buNone/>
                      </a:pPr>
                      <a:r>
                        <a:rPr lang="en-US" sz="1400"/>
                        <a:t>Full</a:t>
                      </a:r>
                      <a:endParaRPr lang="en-US" altLang="en-US" sz="1400"/>
                    </a:p>
                  </a:txBody>
                  <a:tcPr marL="68580" marR="68580" marT="0" marB="0" vert="horz" anchor="ctr" anchorCtr="0"/>
                </a:tc>
                <a:tc>
                  <a:txBody>
                    <a:bodyPr/>
                    <a:p>
                      <a:pPr indent="0" algn="ctr">
                        <a:buNone/>
                      </a:pPr>
                      <a:r>
                        <a:rPr lang="en-US" sz="1400"/>
                        <a:t>1.2</a:t>
                      </a:r>
                      <a:endParaRPr lang="en-US" altLang="en-US" sz="1400"/>
                    </a:p>
                  </a:txBody>
                  <a:tcPr marL="68580" marR="68580" marT="0" marB="0" vert="horz" anchor="ctr" anchorCtr="0"/>
                </a:tc>
                <a:tc>
                  <a:txBody>
                    <a:bodyPr/>
                    <a:p>
                      <a:pPr indent="0" algn="ctr">
                        <a:buNone/>
                      </a:pPr>
                      <a:r>
                        <a:rPr lang="en-US" sz="1400"/>
                        <a:t>75</a:t>
                      </a:r>
                      <a:endParaRPr lang="en-US" altLang="en-US" sz="1400"/>
                    </a:p>
                  </a:txBody>
                  <a:tcPr marL="68580" marR="68580" marT="0" marB="0" vert="horz" anchor="ctr" anchorCtr="0"/>
                </a:tc>
              </a:tr>
              <a:tr h="319405">
                <a:tc>
                  <a:txBody>
                    <a:bodyPr/>
                    <a:p>
                      <a:pPr indent="0" algn="ctr">
                        <a:buNone/>
                      </a:pPr>
                      <a:r>
                        <a:rPr lang="en-US" sz="1400"/>
                        <a:t>3</a:t>
                      </a:r>
                      <a:endParaRPr lang="en-US" altLang="en-US" sz="1400"/>
                    </a:p>
                  </a:txBody>
                  <a:tcPr marL="68580" marR="68580" marT="0" marB="0" vert="horz" anchor="ctr" anchorCtr="0"/>
                </a:tc>
                <a:tc>
                  <a:txBody>
                    <a:bodyPr/>
                    <a:p>
                      <a:pPr indent="0" algn="ctr">
                        <a:buNone/>
                      </a:pPr>
                      <a:r>
                        <a:rPr lang="en-US" sz="1400"/>
                        <a:t>是</a:t>
                      </a:r>
                      <a:endParaRPr lang="en-US" altLang="en-US" sz="1400"/>
                    </a:p>
                  </a:txBody>
                  <a:tcPr marL="68580" marR="68580" marT="0" marB="0" vert="horz" anchor="ctr" anchorCtr="0"/>
                </a:tc>
                <a:tc>
                  <a:txBody>
                    <a:bodyPr/>
                    <a:p>
                      <a:pPr indent="0" algn="ctr">
                        <a:buNone/>
                      </a:pPr>
                      <a:r>
                        <a:rPr lang="en-US" sz="1400"/>
                        <a:t>4</a:t>
                      </a:r>
                      <a:endParaRPr lang="en-US" altLang="en-US" sz="1400"/>
                    </a:p>
                  </a:txBody>
                  <a:tcPr marL="68580" marR="68580" marT="0" marB="0" vert="horz" anchor="ctr" anchorCtr="0"/>
                </a:tc>
                <a:tc>
                  <a:txBody>
                    <a:bodyPr/>
                    <a:p>
                      <a:pPr indent="0" algn="ctr">
                        <a:buNone/>
                      </a:pPr>
                      <a:r>
                        <a:rPr lang="en-US" sz="1400"/>
                        <a:t>32</a:t>
                      </a:r>
                      <a:endParaRPr lang="en-US" altLang="en-US" sz="1400"/>
                    </a:p>
                  </a:txBody>
                  <a:tcPr marL="68580" marR="68580" marT="0" marB="0" vert="horz" anchor="ctr" anchorCtr="0"/>
                </a:tc>
                <a:tc>
                  <a:txBody>
                    <a:bodyPr/>
                    <a:p>
                      <a:pPr indent="0" algn="ctr">
                        <a:buNone/>
                      </a:pPr>
                      <a:r>
                        <a:rPr lang="en-US" sz="1400"/>
                        <a:t>Full</a:t>
                      </a:r>
                      <a:endParaRPr lang="en-US" altLang="en-US" sz="1400"/>
                    </a:p>
                  </a:txBody>
                  <a:tcPr marL="68580" marR="68580" marT="0" marB="0" vert="horz" anchor="ctr" anchorCtr="0"/>
                </a:tc>
                <a:tc>
                  <a:txBody>
                    <a:bodyPr/>
                    <a:p>
                      <a:pPr indent="0" algn="ctr">
                        <a:buNone/>
                      </a:pPr>
                      <a:r>
                        <a:rPr lang="en-US" sz="1400"/>
                        <a:t>1.8</a:t>
                      </a:r>
                      <a:endParaRPr lang="en-US" altLang="en-US" sz="1400"/>
                    </a:p>
                  </a:txBody>
                  <a:tcPr marL="68580" marR="68580" marT="0" marB="0" vert="horz" anchor="ctr" anchorCtr="0"/>
                </a:tc>
                <a:tc>
                  <a:txBody>
                    <a:bodyPr/>
                    <a:p>
                      <a:pPr indent="0" algn="ctr">
                        <a:buNone/>
                      </a:pPr>
                      <a:r>
                        <a:rPr lang="en-US" sz="1400"/>
                        <a:t>70</a:t>
                      </a:r>
                      <a:endParaRPr lang="en-US" altLang="en-US" sz="1400"/>
                    </a:p>
                  </a:txBody>
                  <a:tcPr marL="68580" marR="68580" marT="0" marB="0" vert="horz" anchor="ctr" anchorCtr="0"/>
                </a:tc>
              </a:tr>
              <a:tr h="360680">
                <a:tc>
                  <a:txBody>
                    <a:bodyPr/>
                    <a:p>
                      <a:pPr algn="ctr">
                        <a:buClrTx/>
                        <a:buSzTx/>
                        <a:buFontTx/>
                        <a:buNone/>
                      </a:pPr>
                      <a:r>
                        <a:rPr lang="en-US" sz="1400"/>
                        <a:t>4</a:t>
                      </a:r>
                      <a:endParaRPr lang="en-US" sz="1400"/>
                    </a:p>
                  </a:txBody>
                  <a:tcPr marL="68580" marR="68580" marT="0" marB="0" vert="horz" anchor="ctr" anchorCtr="0"/>
                </a:tc>
                <a:tc>
                  <a:txBody>
                    <a:bodyPr/>
                    <a:p>
                      <a:pPr algn="ctr">
                        <a:buClrTx/>
                        <a:buSzTx/>
                        <a:buFontTx/>
                        <a:buNone/>
                      </a:pPr>
                      <a:r>
                        <a:rPr lang="en-US" sz="1400"/>
                        <a:t>是</a:t>
                      </a:r>
                      <a:endParaRPr lang="en-US" sz="1400"/>
                    </a:p>
                  </a:txBody>
                  <a:tcPr marL="68580" marR="68580" marT="0" marB="0" vert="horz" anchor="ctr" anchorCtr="0"/>
                </a:tc>
                <a:tc>
                  <a:txBody>
                    <a:bodyPr/>
                    <a:p>
                      <a:pPr algn="ctr">
                        <a:buClrTx/>
                        <a:buSzTx/>
                        <a:buFontTx/>
                        <a:buNone/>
                      </a:pPr>
                      <a:r>
                        <a:rPr lang="en-US" sz="1400"/>
                        <a:t>8</a:t>
                      </a:r>
                      <a:endParaRPr lang="en-US" sz="1400"/>
                    </a:p>
                  </a:txBody>
                  <a:tcPr marL="68580" marR="68580" marT="0" marB="0" vert="horz" anchor="ctr" anchorCtr="0"/>
                </a:tc>
                <a:tc>
                  <a:txBody>
                    <a:bodyPr/>
                    <a:p>
                      <a:pPr algn="ctr">
                        <a:buClrTx/>
                        <a:buSzTx/>
                        <a:buFontTx/>
                        <a:buNone/>
                      </a:pPr>
                      <a:r>
                        <a:rPr lang="en-US" sz="1400"/>
                        <a:t>16</a:t>
                      </a:r>
                      <a:endParaRPr lang="en-US" sz="1400"/>
                    </a:p>
                  </a:txBody>
                  <a:tcPr marL="68580" marR="68580" marT="0" marB="0" vert="horz" anchor="ctr" anchorCtr="0"/>
                </a:tc>
                <a:tc>
                  <a:txBody>
                    <a:bodyPr/>
                    <a:p>
                      <a:pPr algn="ctr">
                        <a:buClrTx/>
                        <a:buSzTx/>
                        <a:buFontTx/>
                        <a:buNone/>
                      </a:pPr>
                      <a:r>
                        <a:rPr lang="en-US" sz="1400"/>
                        <a:t>Full</a:t>
                      </a:r>
                      <a:endParaRPr lang="en-US" sz="1400"/>
                    </a:p>
                  </a:txBody>
                  <a:tcPr marL="68580" marR="68580" marT="0" marB="0" vert="horz" anchor="ctr" anchorCtr="0"/>
                </a:tc>
                <a:tc>
                  <a:txBody>
                    <a:bodyPr/>
                    <a:p>
                      <a:pPr algn="ctr">
                        <a:buClrTx/>
                        <a:buSzTx/>
                        <a:buFontTx/>
                        <a:buNone/>
                      </a:pPr>
                      <a:r>
                        <a:rPr lang="en-US" sz="1400"/>
                        <a:t>1.7</a:t>
                      </a:r>
                      <a:endParaRPr lang="en-US" sz="1400"/>
                    </a:p>
                  </a:txBody>
                  <a:tcPr marL="68580" marR="68580" marT="0" marB="0" vert="horz" anchor="ctr" anchorCtr="0"/>
                </a:tc>
                <a:tc>
                  <a:txBody>
                    <a:bodyPr/>
                    <a:p>
                      <a:pPr algn="ctr">
                        <a:buClrTx/>
                        <a:buSzTx/>
                        <a:buFontTx/>
                        <a:buNone/>
                      </a:pPr>
                      <a:r>
                        <a:rPr lang="en-US" sz="1400"/>
                        <a:t>62</a:t>
                      </a:r>
                      <a:endParaRPr lang="en-US" sz="1400"/>
                    </a:p>
                  </a:txBody>
                  <a:tcPr marL="68580" marR="68580" marT="0" marB="0" vert="horz" anchor="ctr" anchorCtr="0"/>
                </a:tc>
              </a:tr>
              <a:tr h="360680">
                <a:tc>
                  <a:txBody>
                    <a:bodyPr/>
                    <a:p>
                      <a:pPr indent="0" algn="ctr">
                        <a:buNone/>
                      </a:pPr>
                      <a:r>
                        <a:rPr lang="en-US" sz="1400">
                          <a:solidFill>
                            <a:srgbClr val="FF0000"/>
                          </a:solidFill>
                        </a:rPr>
                        <a:t>5</a:t>
                      </a:r>
                      <a:endParaRPr lang="en-US" altLang="en-US" sz="1400">
                        <a:solidFill>
                          <a:srgbClr val="FF0000"/>
                        </a:solidFill>
                      </a:endParaRPr>
                    </a:p>
                  </a:txBody>
                  <a:tcPr marL="68580" marR="68580" marT="0" marB="0" vert="horz" anchor="ctr" anchorCtr="0"/>
                </a:tc>
                <a:tc>
                  <a:txBody>
                    <a:bodyPr/>
                    <a:p>
                      <a:pPr indent="0" algn="ctr">
                        <a:buNone/>
                      </a:pPr>
                      <a:r>
                        <a:rPr lang="en-US" sz="1400">
                          <a:solidFill>
                            <a:srgbClr val="FF0000"/>
                          </a:solidFill>
                        </a:rPr>
                        <a:t>是</a:t>
                      </a:r>
                      <a:endParaRPr lang="en-US" altLang="en-US" sz="1400">
                        <a:solidFill>
                          <a:srgbClr val="FF0000"/>
                        </a:solidFill>
                      </a:endParaRPr>
                    </a:p>
                  </a:txBody>
                  <a:tcPr marL="68580" marR="68580" marT="0" marB="0" vert="horz" anchor="ctr" anchorCtr="0"/>
                </a:tc>
                <a:tc>
                  <a:txBody>
                    <a:bodyPr/>
                    <a:p>
                      <a:pPr indent="0" algn="ctr">
                        <a:buNone/>
                      </a:pPr>
                      <a:r>
                        <a:rPr lang="en-US" sz="1400">
                          <a:solidFill>
                            <a:srgbClr val="FF0000"/>
                          </a:solidFill>
                        </a:rPr>
                        <a:t>8</a:t>
                      </a:r>
                      <a:endParaRPr lang="en-US" altLang="en-US" sz="1400">
                        <a:solidFill>
                          <a:srgbClr val="FF0000"/>
                        </a:solidFill>
                      </a:endParaRPr>
                    </a:p>
                  </a:txBody>
                  <a:tcPr marL="68580" marR="68580" marT="0" marB="0" vert="horz" anchor="ctr" anchorCtr="0"/>
                </a:tc>
                <a:tc>
                  <a:txBody>
                    <a:bodyPr/>
                    <a:p>
                      <a:pPr indent="0" algn="ctr">
                        <a:buNone/>
                      </a:pPr>
                      <a:r>
                        <a:rPr lang="en-US" sz="1400">
                          <a:solidFill>
                            <a:srgbClr val="FF0000"/>
                          </a:solidFill>
                        </a:rPr>
                        <a:t>32</a:t>
                      </a:r>
                      <a:endParaRPr lang="en-US" altLang="en-US" sz="1400">
                        <a:solidFill>
                          <a:srgbClr val="FF0000"/>
                        </a:solidFill>
                      </a:endParaRPr>
                    </a:p>
                  </a:txBody>
                  <a:tcPr marL="68580" marR="68580" marT="0" marB="0" vert="horz" anchor="ctr" anchorCtr="0"/>
                </a:tc>
                <a:tc>
                  <a:txBody>
                    <a:bodyPr/>
                    <a:p>
                      <a:pPr indent="0" algn="ctr">
                        <a:buNone/>
                      </a:pPr>
                      <a:r>
                        <a:rPr lang="en-US" sz="1400">
                          <a:solidFill>
                            <a:srgbClr val="FF0000"/>
                          </a:solidFill>
                        </a:rPr>
                        <a:t>Full</a:t>
                      </a:r>
                      <a:endParaRPr lang="en-US" altLang="en-US" sz="1400">
                        <a:solidFill>
                          <a:srgbClr val="FF0000"/>
                        </a:solidFill>
                      </a:endParaRPr>
                    </a:p>
                  </a:txBody>
                  <a:tcPr marL="68580" marR="68580" marT="0" marB="0" vert="horz" anchor="ctr" anchorCtr="0"/>
                </a:tc>
                <a:tc>
                  <a:txBody>
                    <a:bodyPr/>
                    <a:p>
                      <a:pPr indent="0" algn="ctr">
                        <a:buNone/>
                      </a:pPr>
                      <a:r>
                        <a:rPr lang="en-US" sz="1400">
                          <a:solidFill>
                            <a:srgbClr val="FF0000"/>
                          </a:solidFill>
                        </a:rPr>
                        <a:t>2.1</a:t>
                      </a:r>
                      <a:endParaRPr lang="en-US" altLang="en-US" sz="1400">
                        <a:solidFill>
                          <a:srgbClr val="FF0000"/>
                        </a:solidFill>
                      </a:endParaRPr>
                    </a:p>
                  </a:txBody>
                  <a:tcPr marL="68580" marR="68580" marT="0" marB="0" vert="horz" anchor="ctr" anchorCtr="0"/>
                </a:tc>
                <a:tc>
                  <a:txBody>
                    <a:bodyPr/>
                    <a:p>
                      <a:pPr indent="0" algn="ctr">
                        <a:buNone/>
                      </a:pPr>
                      <a:r>
                        <a:rPr lang="en-US" sz="1400">
                          <a:solidFill>
                            <a:srgbClr val="FF0000"/>
                          </a:solidFill>
                        </a:rPr>
                        <a:t>50</a:t>
                      </a:r>
                      <a:endParaRPr lang="en-US" altLang="en-US" sz="1400">
                        <a:solidFill>
                          <a:srgbClr val="FF0000"/>
                        </a:solidFill>
                      </a:endParaRPr>
                    </a:p>
                  </a:txBody>
                  <a:tcPr marL="68580" marR="68580" marT="0" marB="0" vert="horz" anchor="ctr" anchorCtr="0"/>
                </a:tc>
              </a:tr>
              <a:tr h="361315">
                <a:tc>
                  <a:txBody>
                    <a:bodyPr/>
                    <a:p>
                      <a:pPr algn="ctr">
                        <a:buClrTx/>
                        <a:buSzTx/>
                        <a:buFontTx/>
                        <a:buNone/>
                      </a:pPr>
                      <a:r>
                        <a:rPr lang="en-US" sz="1400"/>
                        <a:t>6</a:t>
                      </a:r>
                      <a:endParaRPr lang="en-US" sz="1400"/>
                    </a:p>
                  </a:txBody>
                  <a:tcPr marL="68580" marR="68580" marT="0" marB="0" vert="horz" anchor="ctr" anchorCtr="0"/>
                </a:tc>
                <a:tc>
                  <a:txBody>
                    <a:bodyPr/>
                    <a:p>
                      <a:pPr algn="ctr">
                        <a:buClrTx/>
                        <a:buSzTx/>
                        <a:buFontTx/>
                        <a:buNone/>
                      </a:pPr>
                      <a:r>
                        <a:rPr lang="en-US" sz="1400"/>
                        <a:t>是</a:t>
                      </a:r>
                      <a:endParaRPr lang="en-US" sz="1400"/>
                    </a:p>
                  </a:txBody>
                  <a:tcPr marL="68580" marR="68580" marT="0" marB="0" vert="horz" anchor="ctr" anchorCtr="0"/>
                </a:tc>
                <a:tc>
                  <a:txBody>
                    <a:bodyPr/>
                    <a:p>
                      <a:pPr algn="ctr">
                        <a:buClrTx/>
                        <a:buSzTx/>
                        <a:buFontTx/>
                        <a:buNone/>
                      </a:pPr>
                      <a:r>
                        <a:rPr lang="en-US" sz="1400"/>
                        <a:t>16</a:t>
                      </a:r>
                      <a:endParaRPr lang="en-US" sz="1400"/>
                    </a:p>
                  </a:txBody>
                  <a:tcPr marL="68580" marR="68580" marT="0" marB="0" vert="horz" anchor="ctr" anchorCtr="0"/>
                </a:tc>
                <a:tc>
                  <a:txBody>
                    <a:bodyPr/>
                    <a:p>
                      <a:pPr algn="ctr">
                        <a:buClrTx/>
                        <a:buSzTx/>
                        <a:buFontTx/>
                        <a:buNone/>
                      </a:pPr>
                      <a:r>
                        <a:rPr lang="en-US" sz="1400"/>
                        <a:t>32</a:t>
                      </a:r>
                      <a:endParaRPr lang="en-US" sz="1400"/>
                    </a:p>
                  </a:txBody>
                  <a:tcPr marL="68580" marR="68580" marT="0" marB="0" vert="horz" anchor="ctr" anchorCtr="0"/>
                </a:tc>
                <a:tc>
                  <a:txBody>
                    <a:bodyPr/>
                    <a:p>
                      <a:pPr algn="ctr">
                        <a:buClrTx/>
                        <a:buSzTx/>
                        <a:buFontTx/>
                        <a:buNone/>
                      </a:pPr>
                      <a:r>
                        <a:rPr lang="en-US" sz="1400"/>
                        <a:t>Full</a:t>
                      </a:r>
                      <a:endParaRPr lang="en-US" sz="1400"/>
                    </a:p>
                  </a:txBody>
                  <a:tcPr marL="68580" marR="68580" marT="0" marB="0" vert="horz" anchor="ctr" anchorCtr="0"/>
                </a:tc>
                <a:tc>
                  <a:txBody>
                    <a:bodyPr/>
                    <a:p>
                      <a:pPr algn="ctr">
                        <a:buClrTx/>
                        <a:buSzTx/>
                        <a:buFontTx/>
                        <a:buNone/>
                      </a:pPr>
                      <a:r>
                        <a:rPr lang="en-US" sz="1400"/>
                        <a:t>2.5</a:t>
                      </a:r>
                      <a:endParaRPr lang="en-US" sz="1400"/>
                    </a:p>
                  </a:txBody>
                  <a:tcPr marL="68580" marR="68580" marT="0" marB="0" vert="horz" anchor="ctr" anchorCtr="0"/>
                </a:tc>
                <a:tc>
                  <a:txBody>
                    <a:bodyPr/>
                    <a:p>
                      <a:pPr algn="ctr">
                        <a:buClrTx/>
                        <a:buSzTx/>
                        <a:buFontTx/>
                        <a:buNone/>
                      </a:pPr>
                      <a:r>
                        <a:rPr lang="en-US" sz="1400"/>
                        <a:t>35</a:t>
                      </a:r>
                      <a:endParaRPr lang="en-US" sz="1400"/>
                    </a:p>
                  </a:txBody>
                  <a:tcPr marL="68580" marR="68580" marT="0" marB="0" vert="horz" anchor="ctr" anchorCtr="0"/>
                </a:tc>
              </a:tr>
              <a:tr h="360680">
                <a:tc>
                  <a:txBody>
                    <a:bodyPr/>
                    <a:p>
                      <a:pPr algn="ctr">
                        <a:buClrTx/>
                        <a:buSzTx/>
                        <a:buFontTx/>
                        <a:buNone/>
                      </a:pPr>
                      <a:r>
                        <a:rPr lang="en-US" sz="1400"/>
                        <a:t>7</a:t>
                      </a:r>
                      <a:endParaRPr lang="en-US" sz="1400"/>
                    </a:p>
                  </a:txBody>
                  <a:tcPr marL="68580" marR="68580" marT="0" marB="0" vert="horz" anchor="ctr" anchorCtr="0"/>
                </a:tc>
                <a:tc>
                  <a:txBody>
                    <a:bodyPr/>
                    <a:p>
                      <a:pPr algn="ctr">
                        <a:buClrTx/>
                        <a:buSzTx/>
                        <a:buFontTx/>
                        <a:buNone/>
                      </a:pPr>
                      <a:r>
                        <a:rPr lang="en-US" sz="1400"/>
                        <a:t>是</a:t>
                      </a:r>
                      <a:endParaRPr lang="en-US" sz="1400"/>
                    </a:p>
                  </a:txBody>
                  <a:tcPr marL="68580" marR="68580" marT="0" marB="0" vert="horz" anchor="ctr" anchorCtr="0"/>
                </a:tc>
                <a:tc>
                  <a:txBody>
                    <a:bodyPr/>
                    <a:p>
                      <a:pPr algn="ctr">
                        <a:buClrTx/>
                        <a:buSzTx/>
                        <a:buFontTx/>
                        <a:buNone/>
                      </a:pPr>
                      <a:r>
                        <a:rPr lang="en-US" sz="1400"/>
                        <a:t>16</a:t>
                      </a:r>
                      <a:endParaRPr lang="en-US" sz="1400"/>
                    </a:p>
                  </a:txBody>
                  <a:tcPr marL="68580" marR="68580" marT="0" marB="0" vert="horz" anchor="ctr" anchorCtr="0"/>
                </a:tc>
                <a:tc>
                  <a:txBody>
                    <a:bodyPr/>
                    <a:p>
                      <a:pPr algn="ctr">
                        <a:buClrTx/>
                        <a:buSzTx/>
                        <a:buFontTx/>
                        <a:buNone/>
                      </a:pPr>
                      <a:r>
                        <a:rPr lang="en-US" sz="1400"/>
                        <a:t>64</a:t>
                      </a:r>
                      <a:endParaRPr lang="en-US" sz="1400"/>
                    </a:p>
                  </a:txBody>
                  <a:tcPr marL="68580" marR="68580" marT="0" marB="0" vert="horz" anchor="ctr" anchorCtr="0"/>
                </a:tc>
                <a:tc>
                  <a:txBody>
                    <a:bodyPr/>
                    <a:p>
                      <a:pPr algn="ctr">
                        <a:buClrTx/>
                        <a:buSzTx/>
                        <a:buFontTx/>
                        <a:buNone/>
                      </a:pPr>
                      <a:r>
                        <a:rPr lang="en-US" sz="1400"/>
                        <a:t>Full</a:t>
                      </a:r>
                      <a:endParaRPr lang="en-US" sz="1400"/>
                    </a:p>
                  </a:txBody>
                  <a:tcPr marL="68580" marR="68580" marT="0" marB="0" vert="horz" anchor="ctr" anchorCtr="0"/>
                </a:tc>
                <a:tc>
                  <a:txBody>
                    <a:bodyPr/>
                    <a:p>
                      <a:pPr algn="ctr">
                        <a:buClrTx/>
                        <a:buSzTx/>
                        <a:buFontTx/>
                        <a:buNone/>
                      </a:pPr>
                      <a:r>
                        <a:rPr lang="en-US" sz="1400"/>
                        <a:t>2.9</a:t>
                      </a:r>
                      <a:endParaRPr lang="en-US" sz="1400"/>
                    </a:p>
                  </a:txBody>
                  <a:tcPr marL="68580" marR="68580" marT="0" marB="0" vert="horz" anchor="ctr" anchorCtr="0"/>
                </a:tc>
                <a:tc>
                  <a:txBody>
                    <a:bodyPr/>
                    <a:p>
                      <a:pPr algn="ctr">
                        <a:buClrTx/>
                        <a:buSzTx/>
                        <a:buFontTx/>
                        <a:buNone/>
                      </a:pPr>
                      <a:r>
                        <a:rPr lang="en-US" sz="1400"/>
                        <a:t>23</a:t>
                      </a:r>
                      <a:endParaRPr lang="en-US" sz="1400"/>
                    </a:p>
                  </a:txBody>
                  <a:tcPr marL="68580" marR="68580" marT="0" marB="0" vert="horz" anchor="ctr" anchorCtr="0"/>
                </a:tc>
              </a:tr>
              <a:tr h="361315">
                <a:tc>
                  <a:txBody>
                    <a:bodyPr/>
                    <a:p>
                      <a:pPr algn="ctr">
                        <a:buClrTx/>
                        <a:buSzTx/>
                        <a:buFontTx/>
                        <a:buNone/>
                      </a:pPr>
                      <a:r>
                        <a:rPr lang="en-US" sz="1400"/>
                        <a:t>8</a:t>
                      </a:r>
                      <a:endParaRPr lang="en-US" sz="1400"/>
                    </a:p>
                  </a:txBody>
                  <a:tcPr marL="68580" marR="68580" marT="0" marB="0" vert="horz" anchor="ctr" anchorCtr="0"/>
                </a:tc>
                <a:tc>
                  <a:txBody>
                    <a:bodyPr/>
                    <a:p>
                      <a:pPr algn="ctr">
                        <a:buClrTx/>
                        <a:buSzTx/>
                        <a:buFontTx/>
                        <a:buNone/>
                      </a:pPr>
                      <a:r>
                        <a:rPr lang="en-US" sz="1400"/>
                        <a:t>是</a:t>
                      </a:r>
                      <a:endParaRPr lang="en-US" sz="1400"/>
                    </a:p>
                  </a:txBody>
                  <a:tcPr marL="68580" marR="68580" marT="0" marB="0" vert="horz" anchor="ctr" anchorCtr="0"/>
                </a:tc>
                <a:tc>
                  <a:txBody>
                    <a:bodyPr/>
                    <a:p>
                      <a:pPr algn="ctr">
                        <a:buClrTx/>
                        <a:buSzTx/>
                        <a:buFontTx/>
                        <a:buNone/>
                      </a:pPr>
                      <a:r>
                        <a:rPr lang="en-US" sz="1400"/>
                        <a:t>16</a:t>
                      </a:r>
                      <a:endParaRPr lang="en-US" sz="1400"/>
                    </a:p>
                  </a:txBody>
                  <a:tcPr marL="68580" marR="68580" marT="0" marB="0" vert="horz" anchor="ctr" anchorCtr="0"/>
                </a:tc>
                <a:tc>
                  <a:txBody>
                    <a:bodyPr/>
                    <a:p>
                      <a:pPr algn="ctr">
                        <a:buClrTx/>
                        <a:buSzTx/>
                        <a:buFontTx/>
                        <a:buNone/>
                      </a:pPr>
                      <a:r>
                        <a:rPr lang="en-US" sz="1400"/>
                        <a:t>64</a:t>
                      </a:r>
                      <a:endParaRPr lang="en-US" sz="1400"/>
                    </a:p>
                  </a:txBody>
                  <a:tcPr marL="68580" marR="68580" marT="0" marB="0" vert="horz" anchor="ctr" anchorCtr="0"/>
                </a:tc>
                <a:tc>
                  <a:txBody>
                    <a:bodyPr/>
                    <a:p>
                      <a:pPr algn="ctr">
                        <a:buClrTx/>
                        <a:buSzTx/>
                        <a:buFontTx/>
                        <a:buNone/>
                      </a:pPr>
                      <a:r>
                        <a:rPr lang="en-US" sz="1400"/>
                        <a:t>Half</a:t>
                      </a:r>
                      <a:endParaRPr lang="en-US" sz="1400"/>
                    </a:p>
                  </a:txBody>
                  <a:tcPr marL="68580" marR="68580" marT="0" marB="0" vert="horz" anchor="ctr" anchorCtr="0"/>
                </a:tc>
                <a:tc>
                  <a:txBody>
                    <a:bodyPr/>
                    <a:p>
                      <a:pPr algn="ctr">
                        <a:buClrTx/>
                        <a:buSzTx/>
                        <a:buFontTx/>
                        <a:buNone/>
                      </a:pPr>
                      <a:r>
                        <a:rPr lang="en-US" sz="1400"/>
                        <a:t>2.6</a:t>
                      </a:r>
                      <a:endParaRPr lang="en-US" sz="1400"/>
                    </a:p>
                  </a:txBody>
                  <a:tcPr marL="68580" marR="68580" marT="0" marB="0" vert="horz" anchor="ctr" anchorCtr="0"/>
                </a:tc>
                <a:tc>
                  <a:txBody>
                    <a:bodyPr/>
                    <a:p>
                      <a:pPr algn="ctr">
                        <a:buClrTx/>
                        <a:buSzTx/>
                        <a:buFontTx/>
                        <a:buNone/>
                      </a:pPr>
                      <a:r>
                        <a:rPr lang="en-US" sz="1400"/>
                        <a:t>26</a:t>
                      </a:r>
                      <a:endParaRPr lang="en-US" sz="1400"/>
                    </a:p>
                  </a:txBody>
                  <a:tcPr marL="68580" marR="68580" marT="0" marB="0" vert="horz" anchor="ctr" anchorCtr="0"/>
                </a:tc>
              </a:tr>
              <a:tr h="361315">
                <a:tc>
                  <a:txBody>
                    <a:bodyPr/>
                    <a:p>
                      <a:pPr indent="0" algn="ctr">
                        <a:buNone/>
                      </a:pPr>
                      <a:r>
                        <a:rPr lang="en-US" sz="1400"/>
                        <a:t>9</a:t>
                      </a:r>
                      <a:endParaRPr lang="en-US" altLang="en-US" sz="1400"/>
                    </a:p>
                  </a:txBody>
                  <a:tcPr marL="68580" marR="68580" marT="0" marB="0" vert="horz" anchor="ctr" anchorCtr="0"/>
                </a:tc>
                <a:tc>
                  <a:txBody>
                    <a:bodyPr/>
                    <a:p>
                      <a:pPr indent="0" algn="ctr">
                        <a:buNone/>
                      </a:pPr>
                      <a:r>
                        <a:rPr lang="en-US" sz="1400"/>
                        <a:t>是</a:t>
                      </a:r>
                      <a:endParaRPr lang="en-US" altLang="en-US" sz="1400"/>
                    </a:p>
                  </a:txBody>
                  <a:tcPr marL="68580" marR="68580" marT="0" marB="0" vert="horz" anchor="ctr" anchorCtr="0"/>
                </a:tc>
                <a:tc>
                  <a:txBody>
                    <a:bodyPr/>
                    <a:p>
                      <a:pPr indent="0" algn="ctr">
                        <a:buNone/>
                      </a:pPr>
                      <a:r>
                        <a:rPr lang="en-US" sz="1400"/>
                        <a:t>32</a:t>
                      </a:r>
                      <a:endParaRPr lang="en-US" altLang="en-US" sz="1400"/>
                    </a:p>
                  </a:txBody>
                  <a:tcPr marL="68580" marR="68580" marT="0" marB="0" vert="horz" anchor="ctr" anchorCtr="0"/>
                </a:tc>
                <a:tc>
                  <a:txBody>
                    <a:bodyPr/>
                    <a:p>
                      <a:pPr indent="0" algn="ctr">
                        <a:buNone/>
                      </a:pPr>
                      <a:r>
                        <a:rPr lang="en-US" sz="1400"/>
                        <a:t>64</a:t>
                      </a:r>
                      <a:endParaRPr lang="en-US" altLang="en-US" sz="1400"/>
                    </a:p>
                  </a:txBody>
                  <a:tcPr marL="68580" marR="68580" marT="0" marB="0" vert="horz" anchor="ctr" anchorCtr="0"/>
                </a:tc>
                <a:tc>
                  <a:txBody>
                    <a:bodyPr/>
                    <a:p>
                      <a:pPr indent="0" algn="ctr">
                        <a:buNone/>
                      </a:pPr>
                      <a:r>
                        <a:rPr lang="en-US" sz="1400"/>
                        <a:t>Full</a:t>
                      </a:r>
                      <a:endParaRPr lang="en-US" altLang="en-US" sz="1400"/>
                    </a:p>
                  </a:txBody>
                  <a:tcPr marL="68580" marR="68580" marT="0" marB="0" vert="horz" anchor="ctr" anchorCtr="0"/>
                </a:tc>
                <a:tc>
                  <a:txBody>
                    <a:bodyPr/>
                    <a:p>
                      <a:pPr indent="0" algn="ctr">
                        <a:buNone/>
                      </a:pPr>
                      <a:r>
                        <a:rPr lang="en-US" sz="1400"/>
                        <a:t>3.7</a:t>
                      </a:r>
                      <a:endParaRPr lang="en-US" altLang="en-US" sz="1400"/>
                    </a:p>
                  </a:txBody>
                  <a:tcPr marL="68580" marR="68580" marT="0" marB="0" vert="horz" anchor="ctr" anchorCtr="0"/>
                </a:tc>
                <a:tc>
                  <a:txBody>
                    <a:bodyPr/>
                    <a:p>
                      <a:pPr indent="0" algn="ctr">
                        <a:buNone/>
                      </a:pPr>
                      <a:r>
                        <a:rPr lang="en-US" sz="1400"/>
                        <a:t>12</a:t>
                      </a:r>
                      <a:endParaRPr lang="en-US" altLang="en-US" sz="1400"/>
                    </a:p>
                  </a:txBody>
                  <a:tcPr marL="68580" marR="68580" marT="0" marB="0" vert="horz" anchor="ctr" anchorCtr="0"/>
                </a:tc>
              </a:tr>
              <a:tr h="424815">
                <a:tc>
                  <a:txBody>
                    <a:bodyPr/>
                    <a:p>
                      <a:pPr indent="0" algn="ctr">
                        <a:buNone/>
                      </a:pPr>
                      <a:r>
                        <a:rPr lang="en-US" sz="1400"/>
                        <a:t>10</a:t>
                      </a:r>
                      <a:endParaRPr lang="en-US" altLang="en-US" sz="1400"/>
                    </a:p>
                  </a:txBody>
                  <a:tcPr marL="68580" marR="68580" marT="0" marB="0" vert="horz" anchor="ctr" anchorCtr="0"/>
                </a:tc>
                <a:tc>
                  <a:txBody>
                    <a:bodyPr/>
                    <a:p>
                      <a:pPr indent="0" algn="ctr">
                        <a:buNone/>
                      </a:pPr>
                      <a:r>
                        <a:rPr lang="en-US" sz="1400"/>
                        <a:t>是</a:t>
                      </a:r>
                      <a:endParaRPr lang="en-US" altLang="en-US" sz="1400"/>
                    </a:p>
                  </a:txBody>
                  <a:tcPr marL="68580" marR="68580" marT="0" marB="0" vert="horz" anchor="ctr" anchorCtr="0"/>
                </a:tc>
                <a:tc>
                  <a:txBody>
                    <a:bodyPr/>
                    <a:p>
                      <a:pPr indent="0" algn="ctr">
                        <a:buNone/>
                      </a:pPr>
                      <a:r>
                        <a:rPr lang="en-US" sz="1400"/>
                        <a:t>32</a:t>
                      </a:r>
                      <a:endParaRPr lang="en-US" altLang="en-US" sz="1400"/>
                    </a:p>
                  </a:txBody>
                  <a:tcPr marL="68580" marR="68580" marT="0" marB="0" vert="horz" anchor="ctr" anchorCtr="0"/>
                </a:tc>
                <a:tc>
                  <a:txBody>
                    <a:bodyPr/>
                    <a:p>
                      <a:pPr indent="0" algn="ctr">
                        <a:buNone/>
                      </a:pPr>
                      <a:r>
                        <a:rPr lang="en-US" sz="1400"/>
                        <a:t>64</a:t>
                      </a:r>
                      <a:endParaRPr lang="en-US" altLang="en-US" sz="1400"/>
                    </a:p>
                  </a:txBody>
                  <a:tcPr marL="68580" marR="68580" marT="0" marB="0" vert="horz" anchor="ctr" anchorCtr="0"/>
                </a:tc>
                <a:tc>
                  <a:txBody>
                    <a:bodyPr/>
                    <a:p>
                      <a:pPr indent="0" algn="ctr">
                        <a:buNone/>
                      </a:pPr>
                      <a:r>
                        <a:rPr lang="en-US" sz="1400"/>
                        <a:t>Half</a:t>
                      </a:r>
                      <a:endParaRPr lang="en-US" altLang="en-US" sz="1400"/>
                    </a:p>
                  </a:txBody>
                  <a:tcPr marL="68580" marR="68580" marT="0" marB="0" vert="horz" anchor="ctr" anchorCtr="0"/>
                </a:tc>
                <a:tc>
                  <a:txBody>
                    <a:bodyPr/>
                    <a:p>
                      <a:pPr indent="0" algn="ctr">
                        <a:buNone/>
                      </a:pPr>
                      <a:r>
                        <a:rPr lang="en-US" sz="1400"/>
                        <a:t>3.1</a:t>
                      </a:r>
                      <a:endParaRPr lang="en-US" altLang="en-US" sz="1400"/>
                    </a:p>
                  </a:txBody>
                  <a:tcPr marL="68580" marR="68580" marT="0" marB="0" vert="horz" anchor="ctr" anchorCtr="0"/>
                </a:tc>
                <a:tc>
                  <a:txBody>
                    <a:bodyPr/>
                    <a:p>
                      <a:pPr indent="0" algn="ctr">
                        <a:buNone/>
                      </a:pPr>
                      <a:r>
                        <a:rPr lang="en-US" sz="1400"/>
                        <a:t>14</a:t>
                      </a:r>
                      <a:endParaRPr lang="en-US" altLang="en-US" sz="1400"/>
                    </a:p>
                  </a:txBody>
                  <a:tcPr marL="68580" marR="68580" marT="0" marB="0" vert="horz" anchor="ctr" anchorCtr="0"/>
                </a:tc>
              </a:tr>
            </a:tbl>
          </a:graphicData>
        </a:graphic>
      </p:graphicFrame>
      <p:sp>
        <p:nvSpPr>
          <p:cNvPr id="8" name="文本框 7"/>
          <p:cNvSpPr txBox="1"/>
          <p:nvPr/>
        </p:nvSpPr>
        <p:spPr>
          <a:xfrm>
            <a:off x="4423410" y="1313815"/>
            <a:ext cx="3782695" cy="414020"/>
          </a:xfrm>
          <a:prstGeom prst="rect">
            <a:avLst/>
          </a:prstGeom>
          <a:noFill/>
          <a:ln w="9525">
            <a:noFill/>
          </a:ln>
        </p:spPr>
        <p:txBody>
          <a:bodyPr wrap="square">
            <a:spAutoFit/>
          </a:bodyPr>
          <a:p>
            <a:pPr algn="ctr" defTabSz="685800">
              <a:lnSpc>
                <a:spcPct val="150000"/>
              </a:lnSpc>
              <a:buClr>
                <a:srgbClr val="E7E6E6">
                  <a:lumMod val="10000"/>
                </a:srgbClr>
              </a:buClr>
              <a:buSzTx/>
              <a:buFontTx/>
            </a:pPr>
            <a:r>
              <a:rPr lang="zh-CN" altLang="en-US" sz="1400" b="0" dirty="0">
                <a:solidFill>
                  <a:srgbClr val="266196"/>
                </a:solidFill>
                <a:cs typeface="+mn-ea"/>
              </a:rPr>
              <a:t>不同渲染参数设置下的性能</a:t>
            </a:r>
            <a:r>
              <a:rPr lang="zh-CN" altLang="en-US" sz="1400" b="0" dirty="0">
                <a:solidFill>
                  <a:srgbClr val="266196"/>
                </a:solidFill>
                <a:cs typeface="+mn-ea"/>
              </a:rPr>
              <a:t>表现</a:t>
            </a:r>
            <a:endParaRPr lang="zh-CN" altLang="en-US" sz="1400" b="0" dirty="0">
              <a:solidFill>
                <a:srgbClr val="266196"/>
              </a:solidFill>
              <a:cs typeface="+mn-ea"/>
            </a:endParaRPr>
          </a:p>
        </p:txBody>
      </p:sp>
      <p:sp>
        <p:nvSpPr>
          <p:cNvPr id="20" name="文本框 19"/>
          <p:cNvSpPr txBox="1"/>
          <p:nvPr/>
        </p:nvSpPr>
        <p:spPr>
          <a:xfrm>
            <a:off x="218471" y="724438"/>
            <a:ext cx="6377679" cy="583565"/>
          </a:xfrm>
          <a:prstGeom prst="rect">
            <a:avLst/>
          </a:prstGeom>
          <a:noFill/>
        </p:spPr>
        <p:txBody>
          <a:bodyPr wrap="square" rtlCol="0">
            <a:spAutoFit/>
          </a:bodyPr>
          <a:p>
            <a:pPr algn="l">
              <a:buClrTx/>
              <a:buSzTx/>
              <a:buFontTx/>
            </a:pPr>
            <a:r>
              <a:rPr lang="zh-CN" altLang="en-US" sz="3200" dirty="0">
                <a:solidFill>
                  <a:srgbClr val="266196"/>
                </a:solidFill>
                <a:latin typeface="思源黑体 CN Medium" panose="020B0600000000000000" pitchFamily="34" charset="-122"/>
                <a:ea typeface="思源黑体 CN Medium" panose="020B0600000000000000" pitchFamily="34" charset="-122"/>
                <a:sym typeface="+mn-ea"/>
              </a:rPr>
              <a:t>性能</a:t>
            </a:r>
            <a:r>
              <a:rPr lang="zh-CN" altLang="en-US" sz="3200" dirty="0">
                <a:solidFill>
                  <a:srgbClr val="266196"/>
                </a:solidFill>
                <a:latin typeface="思源黑体 CN Medium" panose="020B0600000000000000" pitchFamily="34" charset="-122"/>
                <a:ea typeface="思源黑体 CN Medium" panose="020B0600000000000000" pitchFamily="34" charset="-122"/>
                <a:sym typeface="+mn-ea"/>
              </a:rPr>
              <a:t>测试</a:t>
            </a:r>
            <a:endParaRPr lang="zh-CN" altLang="en-US" sz="3200" dirty="0">
              <a:solidFill>
                <a:srgbClr val="266196"/>
              </a:solidFill>
              <a:latin typeface="思源黑体 CN Medium" panose="020B0600000000000000" pitchFamily="34" charset="-122"/>
              <a:ea typeface="思源黑体 CN Medium" panose="020B0600000000000000" pitchFamily="34" charset="-122"/>
              <a:sym typeface="+mn-ea"/>
            </a:endParaRPr>
          </a:p>
        </p:txBody>
      </p:sp>
      <p:grpSp>
        <p:nvGrpSpPr>
          <p:cNvPr id="22" name="组合 21"/>
          <p:cNvGrpSpPr/>
          <p:nvPr/>
        </p:nvGrpSpPr>
        <p:grpSpPr>
          <a:xfrm>
            <a:off x="0" y="206375"/>
            <a:ext cx="7390765" cy="391795"/>
            <a:chOff x="3687" y="311"/>
            <a:chExt cx="11639" cy="617"/>
          </a:xfrm>
        </p:grpSpPr>
        <p:sp>
          <p:nvSpPr>
            <p:cNvPr id="23" name="文本框 22"/>
            <p:cNvSpPr txBox="1"/>
            <p:nvPr/>
          </p:nvSpPr>
          <p:spPr>
            <a:xfrm>
              <a:off x="3687" y="321"/>
              <a:ext cx="2464" cy="580"/>
            </a:xfrm>
            <a:prstGeom prst="rect">
              <a:avLst/>
            </a:prstGeom>
            <a:noFill/>
          </p:spPr>
          <p:txBody>
            <a:bodyPr wrap="square" rtlCol="0">
              <a:spAutoFit/>
            </a:bodyPr>
            <a:p>
              <a:pPr algn="ctr">
                <a:buClrTx/>
                <a:buSzTx/>
                <a:buFontTx/>
              </a:pPr>
              <a:r>
                <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4" name="文本框 23"/>
            <p:cNvSpPr txBox="1"/>
            <p:nvPr/>
          </p:nvSpPr>
          <p:spPr>
            <a:xfrm>
              <a:off x="6215" y="321"/>
              <a:ext cx="1801" cy="580"/>
            </a:xfrm>
            <a:prstGeom prst="rect">
              <a:avLst/>
            </a:prstGeom>
            <a:noFill/>
          </p:spPr>
          <p:txBody>
            <a:bodyPr wrap="square" rtlCol="0">
              <a:spAutoFit/>
            </a:bodyPr>
            <a:p>
              <a:pPr algn="ctr"/>
              <a:r>
                <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5" name="文本框 24"/>
            <p:cNvSpPr txBox="1"/>
            <p:nvPr/>
          </p:nvSpPr>
          <p:spPr>
            <a:xfrm>
              <a:off x="8114" y="348"/>
              <a:ext cx="2250" cy="580"/>
            </a:xfrm>
            <a:prstGeom prst="rect">
              <a:avLst/>
            </a:prstGeom>
            <a:noFill/>
          </p:spPr>
          <p:txBody>
            <a:bodyPr wrap="square" rtlCol="0">
              <a:spAutoFit/>
            </a:bodyPr>
            <a:p>
              <a:pPr algn="ctr">
                <a:buClrTx/>
                <a:buSzTx/>
                <a:buFontTx/>
              </a:pP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a:t>
              </a: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设计及实现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6" name="文本框 25"/>
            <p:cNvSpPr txBox="1"/>
            <p:nvPr/>
          </p:nvSpPr>
          <p:spPr>
            <a:xfrm>
              <a:off x="12977" y="311"/>
              <a:ext cx="2349" cy="580"/>
            </a:xfrm>
            <a:prstGeom prst="rect">
              <a:avLst/>
            </a:prstGeom>
            <a:noFill/>
          </p:spPr>
          <p:txBody>
            <a:bodyPr wrap="square" rtlCol="0">
              <a:spAutoFit/>
            </a:bodyPr>
            <a:p>
              <a:pPr algn="ctr">
                <a:buClrTx/>
                <a:buSzTx/>
                <a:buFontTx/>
              </a:pP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7"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文本框 29"/>
            <p:cNvSpPr txBox="1"/>
            <p:nvPr/>
          </p:nvSpPr>
          <p:spPr>
            <a:xfrm>
              <a:off x="10532" y="321"/>
              <a:ext cx="2300" cy="580"/>
            </a:xfrm>
            <a:prstGeom prst="rect">
              <a:avLst/>
            </a:prstGeom>
            <a:noFill/>
          </p:spPr>
          <p:txBody>
            <a:bodyPr wrap="square" rtlCol="0">
              <a:spAutoFit/>
            </a:bodyPr>
            <a:p>
              <a:pPr algn="ct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31"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43456" y="21775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flipH="1">
            <a:off x="1065581" y="2010519"/>
            <a:ext cx="4833620" cy="156845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整体效率</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较高</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兼容性</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较强</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不建议作为</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单一间接光来源，可以和烘焙光照叠加</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使用</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p:txBody>
      </p:sp>
      <p:sp>
        <p:nvSpPr>
          <p:cNvPr id="8" name="文本框 7"/>
          <p:cNvSpPr txBox="1"/>
          <p:nvPr/>
        </p:nvSpPr>
        <p:spPr>
          <a:xfrm>
            <a:off x="7065010" y="5558155"/>
            <a:ext cx="3782695" cy="414020"/>
          </a:xfrm>
          <a:prstGeom prst="rect">
            <a:avLst/>
          </a:prstGeom>
          <a:noFill/>
          <a:ln w="9525">
            <a:noFill/>
          </a:ln>
        </p:spPr>
        <p:txBody>
          <a:bodyPr wrap="square">
            <a:spAutoFit/>
          </a:bodyPr>
          <a:p>
            <a:pPr algn="ctr" defTabSz="685800">
              <a:lnSpc>
                <a:spcPct val="150000"/>
              </a:lnSpc>
              <a:buClr>
                <a:srgbClr val="E7E6E6">
                  <a:lumMod val="10000"/>
                </a:srgbClr>
              </a:buClr>
              <a:buSzTx/>
              <a:buFontTx/>
            </a:pPr>
            <a:r>
              <a:rPr lang="en-US" altLang="zh-CN" sz="1400" b="0" dirty="0">
                <a:solidFill>
                  <a:srgbClr val="266196"/>
                </a:solidFill>
                <a:cs typeface="+mn-ea"/>
              </a:rPr>
              <a:t> </a:t>
            </a:r>
            <a:r>
              <a:rPr lang="zh-CN" altLang="en-US" sz="1400" b="0" dirty="0">
                <a:solidFill>
                  <a:srgbClr val="266196"/>
                </a:solidFill>
                <a:cs typeface="+mn-ea"/>
              </a:rPr>
              <a:t>烘焙光照</a:t>
            </a:r>
            <a:r>
              <a:rPr lang="en-US" altLang="zh-CN" sz="1400" b="0" dirty="0">
                <a:solidFill>
                  <a:srgbClr val="266196"/>
                </a:solidFill>
                <a:cs typeface="+mn-ea"/>
              </a:rPr>
              <a:t>+SSGI</a:t>
            </a:r>
            <a:r>
              <a:rPr lang="zh-CN" altLang="en-US" sz="1400" b="0" dirty="0">
                <a:solidFill>
                  <a:srgbClr val="266196"/>
                </a:solidFill>
                <a:cs typeface="+mn-ea"/>
              </a:rPr>
              <a:t>对比</a:t>
            </a:r>
            <a:r>
              <a:rPr lang="zh-CN" altLang="en-US" sz="1400" b="0" dirty="0">
                <a:solidFill>
                  <a:srgbClr val="266196"/>
                </a:solidFill>
                <a:cs typeface="+mn-ea"/>
              </a:rPr>
              <a:t>效果</a:t>
            </a:r>
            <a:endParaRPr lang="zh-CN" altLang="en-US" sz="1400" b="0" dirty="0">
              <a:solidFill>
                <a:srgbClr val="266196"/>
              </a:solidFill>
              <a:cs typeface="+mn-ea"/>
            </a:endParaRPr>
          </a:p>
        </p:txBody>
      </p:sp>
      <p:pic>
        <p:nvPicPr>
          <p:cNvPr id="3" name="图片 2" descr="image_036_0000"/>
          <p:cNvPicPr>
            <a:picLocks noChangeAspect="1"/>
          </p:cNvPicPr>
          <p:nvPr/>
        </p:nvPicPr>
        <p:blipFill>
          <a:blip r:embed="rId1"/>
          <a:stretch>
            <a:fillRect/>
          </a:stretch>
        </p:blipFill>
        <p:spPr>
          <a:xfrm>
            <a:off x="5991225" y="2043430"/>
            <a:ext cx="5962650" cy="3354070"/>
          </a:xfrm>
          <a:prstGeom prst="rect">
            <a:avLst/>
          </a:prstGeom>
        </p:spPr>
      </p:pic>
      <p:sp>
        <p:nvSpPr>
          <p:cNvPr id="20" name="文本框 19"/>
          <p:cNvSpPr txBox="1"/>
          <p:nvPr/>
        </p:nvSpPr>
        <p:spPr>
          <a:xfrm>
            <a:off x="218471" y="724438"/>
            <a:ext cx="6377679" cy="583565"/>
          </a:xfrm>
          <a:prstGeom prst="rect">
            <a:avLst/>
          </a:prstGeom>
          <a:noFill/>
        </p:spPr>
        <p:txBody>
          <a:bodyPr wrap="square" rtlCol="0">
            <a:spAutoFit/>
          </a:bodyPr>
          <a:p>
            <a:pPr algn="l">
              <a:buClrTx/>
              <a:buSzTx/>
              <a:buFontTx/>
            </a:pPr>
            <a:r>
              <a:rPr lang="zh-CN" altLang="en-US" sz="3200" dirty="0">
                <a:solidFill>
                  <a:srgbClr val="266196"/>
                </a:solidFill>
                <a:latin typeface="思源黑体 CN Medium" panose="020B0600000000000000" pitchFamily="34" charset="-122"/>
                <a:ea typeface="思源黑体 CN Medium" panose="020B0600000000000000" pitchFamily="34" charset="-122"/>
                <a:sym typeface="+mn-ea"/>
              </a:rPr>
              <a:t>总结与</a:t>
            </a:r>
            <a:r>
              <a:rPr lang="zh-CN" altLang="en-US" sz="3200" dirty="0">
                <a:solidFill>
                  <a:srgbClr val="266196"/>
                </a:solidFill>
                <a:latin typeface="思源黑体 CN Medium" panose="020B0600000000000000" pitchFamily="34" charset="-122"/>
                <a:ea typeface="思源黑体 CN Medium" panose="020B0600000000000000" pitchFamily="34" charset="-122"/>
                <a:sym typeface="+mn-ea"/>
              </a:rPr>
              <a:t>展望</a:t>
            </a:r>
            <a:endParaRPr lang="zh-CN" altLang="en-US" sz="3200" dirty="0">
              <a:solidFill>
                <a:srgbClr val="266196"/>
              </a:solidFill>
              <a:latin typeface="思源黑体 CN Medium" panose="020B0600000000000000" pitchFamily="34" charset="-122"/>
              <a:ea typeface="思源黑体 CN Medium" panose="020B0600000000000000" pitchFamily="34" charset="-122"/>
              <a:sym typeface="+mn-ea"/>
            </a:endParaRPr>
          </a:p>
        </p:txBody>
      </p:sp>
      <p:grpSp>
        <p:nvGrpSpPr>
          <p:cNvPr id="22" name="组合 21"/>
          <p:cNvGrpSpPr/>
          <p:nvPr/>
        </p:nvGrpSpPr>
        <p:grpSpPr>
          <a:xfrm>
            <a:off x="0" y="206375"/>
            <a:ext cx="7390765" cy="391795"/>
            <a:chOff x="3687" y="311"/>
            <a:chExt cx="11639" cy="617"/>
          </a:xfrm>
        </p:grpSpPr>
        <p:sp>
          <p:nvSpPr>
            <p:cNvPr id="23" name="文本框 22"/>
            <p:cNvSpPr txBox="1"/>
            <p:nvPr/>
          </p:nvSpPr>
          <p:spPr>
            <a:xfrm>
              <a:off x="3687" y="321"/>
              <a:ext cx="2464" cy="580"/>
            </a:xfrm>
            <a:prstGeom prst="rect">
              <a:avLst/>
            </a:prstGeom>
            <a:noFill/>
          </p:spPr>
          <p:txBody>
            <a:bodyPr wrap="square" rtlCol="0">
              <a:spAutoFit/>
            </a:bodyPr>
            <a:p>
              <a:pPr algn="ctr">
                <a:buClrTx/>
                <a:buSzTx/>
                <a:buFontTx/>
              </a:pPr>
              <a:r>
                <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背景与意义</a:t>
              </a:r>
              <a:endParaRPr lang="zh-CN"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4" name="文本框 23"/>
            <p:cNvSpPr txBox="1"/>
            <p:nvPr/>
          </p:nvSpPr>
          <p:spPr>
            <a:xfrm>
              <a:off x="6215" y="321"/>
              <a:ext cx="1801" cy="580"/>
            </a:xfrm>
            <a:prstGeom prst="rect">
              <a:avLst/>
            </a:prstGeom>
            <a:noFill/>
          </p:spPr>
          <p:txBody>
            <a:bodyPr wrap="square" rtlCol="0">
              <a:spAutoFit/>
            </a:bodyPr>
            <a:p>
              <a:pPr algn="ctr"/>
              <a:r>
                <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需求分析</a:t>
              </a:r>
              <a:endParaRPr lang="zh-CN"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5" name="文本框 24"/>
            <p:cNvSpPr txBox="1"/>
            <p:nvPr/>
          </p:nvSpPr>
          <p:spPr>
            <a:xfrm>
              <a:off x="8114" y="348"/>
              <a:ext cx="2250" cy="580"/>
            </a:xfrm>
            <a:prstGeom prst="rect">
              <a:avLst/>
            </a:prstGeom>
            <a:noFill/>
          </p:spPr>
          <p:txBody>
            <a:bodyPr wrap="square" rtlCol="0">
              <a:spAutoFit/>
            </a:bodyPr>
            <a:p>
              <a:pPr algn="ctr">
                <a:buClrTx/>
                <a:buSzTx/>
                <a:buFontTx/>
              </a:pP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 </a:t>
              </a:r>
              <a:r>
                <a:rPr lang="zh-CN" altLang="en-US" b="1" dirty="0">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设计及实现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6" name="文本框 25"/>
            <p:cNvSpPr txBox="1"/>
            <p:nvPr/>
          </p:nvSpPr>
          <p:spPr>
            <a:xfrm>
              <a:off x="12977" y="311"/>
              <a:ext cx="2349" cy="580"/>
            </a:xfrm>
            <a:prstGeom prst="rect">
              <a:avLst/>
            </a:prstGeom>
            <a:noFill/>
          </p:spPr>
          <p:txBody>
            <a:bodyPr wrap="square" rtlCol="0">
              <a:spAutoFit/>
            </a:bodyPr>
            <a:p>
              <a:pPr algn="ctr">
                <a:buClrTx/>
                <a:buSzTx/>
                <a:buFontTx/>
              </a:pPr>
              <a:r>
                <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测试与总结</a:t>
              </a:r>
              <a:endParaRPr lang="zh-CN" b="1" dirty="0">
                <a:gradFill>
                  <a:gsLst>
                    <a:gs pos="0">
                      <a:srgbClr val="007BD3"/>
                    </a:gs>
                    <a:gs pos="100000">
                      <a:srgbClr val="034373"/>
                    </a:gs>
                  </a:gsLst>
                  <a:lin scaled="0"/>
                </a:gra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27" name="箭头: 右 39"/>
            <p:cNvSpPr/>
            <p:nvPr/>
          </p:nvSpPr>
          <p:spPr>
            <a:xfrm>
              <a:off x="5884" y="441"/>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箭头: 右 40"/>
            <p:cNvSpPr/>
            <p:nvPr/>
          </p:nvSpPr>
          <p:spPr>
            <a:xfrm>
              <a:off x="7871" y="442"/>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箭头: 右 41"/>
            <p:cNvSpPr/>
            <p:nvPr/>
          </p:nvSpPr>
          <p:spPr>
            <a:xfrm>
              <a:off x="10270" y="418"/>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文本框 29"/>
            <p:cNvSpPr txBox="1"/>
            <p:nvPr/>
          </p:nvSpPr>
          <p:spPr>
            <a:xfrm>
              <a:off x="10532" y="321"/>
              <a:ext cx="2300" cy="580"/>
            </a:xfrm>
            <a:prstGeom prst="rect">
              <a:avLst/>
            </a:prstGeom>
            <a:noFill/>
          </p:spPr>
          <p:txBody>
            <a:bodyPr wrap="square" rtlCol="0">
              <a:spAutoFit/>
            </a:bodyPr>
            <a:p>
              <a:pPr algn="ct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rPr>
                <a:t>成果及实现</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iekie jianyuanti" panose="02010601030101010101" pitchFamily="2" charset="-122"/>
              </a:endParaRPr>
            </a:p>
          </p:txBody>
        </p:sp>
        <p:sp>
          <p:nvSpPr>
            <p:cNvPr id="31" name="箭头: 右 13"/>
            <p:cNvSpPr/>
            <p:nvPr/>
          </p:nvSpPr>
          <p:spPr>
            <a:xfrm>
              <a:off x="12669" y="406"/>
              <a:ext cx="453" cy="3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48" name="文本框 26"/>
          <p:cNvSpPr txBox="1"/>
          <p:nvPr/>
        </p:nvSpPr>
        <p:spPr>
          <a:xfrm>
            <a:off x="553720" y="1451610"/>
            <a:ext cx="5345430"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dirty="0">
                <a:solidFill>
                  <a:srgbClr val="266196"/>
                </a:solidFill>
                <a:latin typeface="思源黑体 CN Normal" panose="020B0400000000000000" charset="-122"/>
                <a:ea typeface="思源黑体 CN Normal" panose="020B0400000000000000" charset="-122"/>
              </a:rPr>
              <a:t>总结</a:t>
            </a:r>
            <a:endParaRPr lang="zh-CN" altLang="en-US" sz="2400" dirty="0">
              <a:solidFill>
                <a:srgbClr val="266196"/>
              </a:solidFill>
              <a:latin typeface="思源黑体 CN Normal" panose="020B0400000000000000" charset="-122"/>
              <a:ea typeface="思源黑体 CN Normal" panose="020B0400000000000000" charset="-122"/>
            </a:endParaRPr>
          </a:p>
        </p:txBody>
      </p:sp>
      <p:sp>
        <p:nvSpPr>
          <p:cNvPr id="2" name="矩形 1"/>
          <p:cNvSpPr/>
          <p:nvPr/>
        </p:nvSpPr>
        <p:spPr>
          <a:xfrm flipH="1">
            <a:off x="1065581" y="4184124"/>
            <a:ext cx="4833620" cy="119888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lvl="0" eaLnBrk="1" hangingPunct="1">
              <a:lnSpc>
                <a:spcPct val="120000"/>
              </a:lnSpc>
              <a:spcBef>
                <a:spcPct val="0"/>
              </a:spcBef>
              <a:buFont typeface="Wingdings" panose="05000000000000000000" charset="0"/>
              <a:buChar char="Ø"/>
            </a:pP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重要性</a:t>
            </a:r>
            <a:r>
              <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rPr>
              <a:t>采样</a:t>
            </a: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a:p>
            <a:pPr lvl="0" eaLnBrk="1" hangingPunct="1">
              <a:lnSpc>
                <a:spcPct val="120000"/>
              </a:lnSpc>
              <a:spcBef>
                <a:spcPct val="0"/>
              </a:spcBef>
              <a:buFont typeface="Wingdings" panose="05000000000000000000" charset="0"/>
              <a:buChar char="Ø"/>
            </a:pPr>
            <a:endParaRPr lang="zh-CN" altLang="en-US" sz="2000" dirty="0">
              <a:solidFill>
                <a:srgbClr val="266196"/>
              </a:solidFill>
              <a:latin typeface="等线 Light" panose="02010600030101010101" charset="-122"/>
              <a:ea typeface="等线 Light" panose="02010600030101010101" charset="-122"/>
              <a:cs typeface="Arial" panose="020B0604020202020204" pitchFamily="34" charset="0"/>
              <a:sym typeface="+mn-ea"/>
            </a:endParaRPr>
          </a:p>
        </p:txBody>
      </p:sp>
      <p:sp>
        <p:nvSpPr>
          <p:cNvPr id="4" name="文本框 26"/>
          <p:cNvSpPr txBox="1"/>
          <p:nvPr/>
        </p:nvSpPr>
        <p:spPr>
          <a:xfrm>
            <a:off x="553720" y="3768725"/>
            <a:ext cx="5345430"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dirty="0">
                <a:solidFill>
                  <a:srgbClr val="266196"/>
                </a:solidFill>
                <a:latin typeface="思源黑体 CN Normal" panose="020B0400000000000000" charset="-122"/>
                <a:ea typeface="思源黑体 CN Normal" panose="020B0400000000000000" charset="-122"/>
              </a:rPr>
              <a:t>展望</a:t>
            </a:r>
            <a:endParaRPr lang="zh-CN" altLang="en-US" sz="2400" dirty="0">
              <a:solidFill>
                <a:srgbClr val="266196"/>
              </a:solidFill>
              <a:latin typeface="思源黑体 CN Normal" panose="020B0400000000000000" charset="-122"/>
              <a:ea typeface="思源黑体 CN Normal" panose="020B04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25686"/>
        </a:solidFill>
        <a:effectLst/>
      </p:bgPr>
    </p:bg>
    <p:spTree>
      <p:nvGrpSpPr>
        <p:cNvPr id="1" name=""/>
        <p:cNvGrpSpPr/>
        <p:nvPr/>
      </p:nvGrpSpPr>
      <p:grpSpPr>
        <a:xfrm>
          <a:off x="0" y="0"/>
          <a:ext cx="0" cy="0"/>
          <a:chOff x="0" y="0"/>
          <a:chExt cx="0" cy="0"/>
        </a:xfrm>
      </p:grpSpPr>
      <p:sp>
        <p:nvSpPr>
          <p:cNvPr id="5" name="矩形 4"/>
          <p:cNvSpPr/>
          <p:nvPr/>
        </p:nvSpPr>
        <p:spPr>
          <a:xfrm rot="867105">
            <a:off x="-1543456" y="217750"/>
            <a:ext cx="16124116" cy="7309833"/>
          </a:xfrm>
          <a:prstGeom prst="rect">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91895" y="2440940"/>
            <a:ext cx="9275445" cy="1014730"/>
          </a:xfrm>
          <a:prstGeom prst="rect">
            <a:avLst/>
          </a:prstGeom>
          <a:noFill/>
        </p:spPr>
        <p:txBody>
          <a:bodyPr wrap="square" rtlCol="0">
            <a:spAutoFit/>
          </a:bodyPr>
          <a:lstStyle/>
          <a:p>
            <a:pPr algn="ctr"/>
            <a:r>
              <a:rPr lang="zh-CN" altLang="en-US" sz="6000" dirty="0">
                <a:ln w="6350">
                  <a:noFill/>
                </a:ln>
                <a:solidFill>
                  <a:schemeClr val="bg1">
                    <a:lumMod val="50000"/>
                  </a:schemeClr>
                </a:solidFill>
                <a:latin typeface="微软雅黑" panose="020B0503020204020204" charset="-122"/>
                <a:ea typeface="微软雅黑" panose="020B0503020204020204" charset="-122"/>
                <a:sym typeface="+mn-ea"/>
              </a:rPr>
              <a:t>敬请老师批评指正</a:t>
            </a:r>
            <a:endParaRPr lang="zh-CN" altLang="en-US" sz="6000" dirty="0">
              <a:ln w="6350">
                <a:noFill/>
              </a:ln>
              <a:solidFill>
                <a:schemeClr val="bg1">
                  <a:lumMod val="50000"/>
                </a:schemeClr>
              </a:solidFill>
              <a:latin typeface="微软雅黑" panose="020B0503020204020204" charset="-122"/>
              <a:ea typeface="微软雅黑" panose="020B0503020204020204" charset="-122"/>
              <a:sym typeface="+mn-ea"/>
            </a:endParaRPr>
          </a:p>
        </p:txBody>
      </p:sp>
      <p:sp>
        <p:nvSpPr>
          <p:cNvPr id="23" name="圆角矩形 22"/>
          <p:cNvSpPr/>
          <p:nvPr/>
        </p:nvSpPr>
        <p:spPr>
          <a:xfrm>
            <a:off x="3738245" y="3936365"/>
            <a:ext cx="3641725" cy="245109"/>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pPr algn="dist">
              <a:buFont typeface="Arial" panose="020B0604020202020204" pitchFamily="34" charset="0"/>
              <a:buNone/>
            </a:pPr>
            <a:r>
              <a:rPr lang="en-US" altLang="zh-CN" sz="1000" dirty="0">
                <a:solidFill>
                  <a:schemeClr val="bg1">
                    <a:lumMod val="50000"/>
                  </a:schemeClr>
                </a:solidFill>
              </a:rPr>
              <a:t>TAHNK</a:t>
            </a:r>
            <a:r>
              <a:rPr lang="en-US" altLang="zh-CN" sz="1000" dirty="0">
                <a:solidFill>
                  <a:schemeClr val="bg1">
                    <a:lumMod val="50000"/>
                  </a:schemeClr>
                </a:solidFill>
              </a:rPr>
              <a:t>S  FOR  WATCHING</a:t>
            </a:r>
            <a:endParaRPr lang="zh-CN" altLang="en-US" sz="1000" dirty="0">
              <a:solidFill>
                <a:schemeClr val="bg1">
                  <a:lumMod val="50000"/>
                </a:schemeClr>
              </a:solidFill>
            </a:endParaRPr>
          </a:p>
        </p:txBody>
      </p:sp>
      <p:grpSp>
        <p:nvGrpSpPr>
          <p:cNvPr id="21" name="组合 20"/>
          <p:cNvGrpSpPr/>
          <p:nvPr/>
        </p:nvGrpSpPr>
        <p:grpSpPr>
          <a:xfrm>
            <a:off x="1026160" y="3751089"/>
            <a:ext cx="9144000" cy="54006"/>
            <a:chOff x="2190216" y="0"/>
            <a:chExt cx="7128792" cy="108012"/>
          </a:xfrm>
        </p:grpSpPr>
        <p:sp>
          <p:nvSpPr>
            <p:cNvPr id="4" name="矩形 3"/>
            <p:cNvSpPr/>
            <p:nvPr/>
          </p:nvSpPr>
          <p:spPr>
            <a:xfrm>
              <a:off x="2190216" y="0"/>
              <a:ext cx="1188132" cy="108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矩形 1"/>
            <p:cNvSpPr/>
            <p:nvPr/>
          </p:nvSpPr>
          <p:spPr>
            <a:xfrm>
              <a:off x="3378348" y="0"/>
              <a:ext cx="1188132" cy="1080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矩形 2"/>
            <p:cNvSpPr/>
            <p:nvPr/>
          </p:nvSpPr>
          <p:spPr>
            <a:xfrm>
              <a:off x="4566480" y="0"/>
              <a:ext cx="1188132" cy="1080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矩形 6"/>
            <p:cNvSpPr/>
            <p:nvPr/>
          </p:nvSpPr>
          <p:spPr>
            <a:xfrm>
              <a:off x="5754612" y="0"/>
              <a:ext cx="1188132" cy="1080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矩形 37"/>
            <p:cNvSpPr/>
            <p:nvPr/>
          </p:nvSpPr>
          <p:spPr>
            <a:xfrm>
              <a:off x="6942744" y="0"/>
              <a:ext cx="1188132" cy="10801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 name="矩形 38"/>
            <p:cNvSpPr/>
            <p:nvPr/>
          </p:nvSpPr>
          <p:spPr>
            <a:xfrm>
              <a:off x="8130876" y="0"/>
              <a:ext cx="1188132" cy="1080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tags/tag1.xml><?xml version="1.0" encoding="utf-8"?>
<p:tagLst xmlns:p="http://schemas.openxmlformats.org/presentationml/2006/main">
  <p:tag name="KSO_WM_UNIT_PLACING_PICTURE_USER_VIEWPORT" val="{&quot;height&quot;:1426.6047244094489,&quot;width&quot;:4755.349606299213}"/>
</p:tagLst>
</file>

<file path=ppt/tags/tag2.xml><?xml version="1.0" encoding="utf-8"?>
<p:tagLst xmlns:p="http://schemas.openxmlformats.org/presentationml/2006/main">
  <p:tag name="KSO_WM_DIAGRAM_VIRTUALLY_FRAME" val="{&quot;height&quot;:329.7366141732283,&quot;left&quot;:150.74929133858268,&quot;top&quot;:130.0244094488189,&quot;width&quot;:366.8404724409449}"/>
</p:tagLst>
</file>

<file path=ppt/tags/tag3.xml><?xml version="1.0" encoding="utf-8"?>
<p:tagLst xmlns:p="http://schemas.openxmlformats.org/presentationml/2006/main">
  <p:tag name="KSO_WM_DIAGRAM_VIRTUALLY_FRAME" val="{&quot;height&quot;:329.7366141732283,&quot;left&quot;:150.74929133858268,&quot;top&quot;:130.0244094488189,&quot;width&quot;:366.8404724409449}"/>
</p:tagLst>
</file>

<file path=ppt/tags/tag4.xml><?xml version="1.0" encoding="utf-8"?>
<p:tagLst xmlns:p="http://schemas.openxmlformats.org/presentationml/2006/main">
  <p:tag name="KSO_WM_DIAGRAM_VIRTUALLY_FRAME" val="{&quot;height&quot;:329.7366141732283,&quot;left&quot;:150.74929133858268,&quot;top&quot;:130.0244094488189,&quot;width&quot;:366.8404724409449}"/>
</p:tagLst>
</file>

<file path=ppt/tags/tag5.xml><?xml version="1.0" encoding="utf-8"?>
<p:tagLst xmlns:p="http://schemas.openxmlformats.org/presentationml/2006/main">
  <p:tag name="KSO_WM_DIAGRAM_VIRTUALLY_FRAME" val="{&quot;height&quot;:329.7366141732283,&quot;left&quot;:150.74929133858268,&quot;top&quot;:130.0244094488189,&quot;width&quot;:366.8404724409449}"/>
</p:tagLst>
</file>

<file path=ppt/tags/tag6.xml><?xml version="1.0" encoding="utf-8"?>
<p:tagLst xmlns:p="http://schemas.openxmlformats.org/presentationml/2006/main">
  <p:tag name="KSO_WM_DIAGRAM_VIRTUALLY_FRAME" val="{&quot;height&quot;:329.7366141732283,&quot;left&quot;:150.74929133858268,&quot;top&quot;:130.0244094488189,&quot;width&quot;:366.8404724409449}"/>
</p:tagLst>
</file>

<file path=ppt/tags/tag7.xml><?xml version="1.0" encoding="utf-8"?>
<p:tagLst xmlns:p="http://schemas.openxmlformats.org/presentationml/2006/main">
  <p:tag name="KSO_WM_DIAGRAM_VIRTUALLY_FRAME" val="{&quot;height&quot;:329.7366141732283,&quot;left&quot;:150.74929133858268,&quot;top&quot;:130.0244094488189,&quot;width&quot;:366.8404724409449}"/>
</p:tagLst>
</file>

<file path=ppt/tags/tag8.xml><?xml version="1.0" encoding="utf-8"?>
<p:tagLst xmlns:p="http://schemas.openxmlformats.org/presentationml/2006/main">
  <p:tag name="KSO_WM_DIAGRAM_VIRTUALLY_FRAME" val="{&quot;height&quot;:329.7366141732283,&quot;left&quot;:150.74929133858268,&quot;top&quot;:130.0244094488189,&quot;width&quot;:366.8404724409449}"/>
</p:tagLst>
</file>

<file path=ppt/tags/tag9.xml><?xml version="1.0" encoding="utf-8"?>
<p:tagLst xmlns:p="http://schemas.openxmlformats.org/presentationml/2006/main">
  <p:tag name="KSO_WM_DIAGRAM_VIRTUALLY_FRAME" val="{&quot;height&quot;:329.7366141732283,&quot;left&quot;:150.74929133858268,&quot;top&quot;:130.0244094488189,&quot;width&quot;:366.8404724409449}"/>
</p:tagLst>
</file>

<file path=ppt/tags/tag10.xml><?xml version="1.0" encoding="utf-8"?>
<p:tagLst xmlns:p="http://schemas.openxmlformats.org/presentationml/2006/main">
  <p:tag name="KSO_WM_DIAGRAM_VIRTUALLY_FRAME" val="{&quot;height&quot;:329.7366141732283,&quot;left&quot;:150.74929133858268,&quot;top&quot;:130.0244094488189,&quot;width&quot;:366.8404724409449}"/>
</p:tagLst>
</file>

<file path=ppt/tags/tag11.xml><?xml version="1.0" encoding="utf-8"?>
<p:tagLst xmlns:p="http://schemas.openxmlformats.org/presentationml/2006/main">
  <p:tag name="KSO_WM_DIAGRAM_VIRTUALLY_FRAME" val="{&quot;height&quot;:329.7366141732283,&quot;left&quot;:150.74929133858268,&quot;top&quot;:130.0244094488189,&quot;width&quot;:366.8404724409449}"/>
</p:tagLst>
</file>

<file path=ppt/tags/tag12.xml><?xml version="1.0" encoding="utf-8"?>
<p:tagLst xmlns:p="http://schemas.openxmlformats.org/presentationml/2006/main">
  <p:tag name="KSO_WM_UNIT_PLACING_PICTURE_USER_VIEWPORT" val="{&quot;height&quot;:2258,&quot;width&quot;:2434.3669291338583}"/>
</p:tagLst>
</file>

<file path=ppt/tags/tag13.xml><?xml version="1.0" encoding="utf-8"?>
<p:tagLst xmlns:p="http://schemas.openxmlformats.org/presentationml/2006/main">
  <p:tag name="KSO_WM_UNIT_PLACING_PICTURE_USER_VIEWPORT" val="{&quot;height&quot;:2258,&quot;width&quot;:2434.3669291338583}"/>
</p:tagLst>
</file>

<file path=ppt/tags/tag14.xml><?xml version="1.0" encoding="utf-8"?>
<p:tagLst xmlns:p="http://schemas.openxmlformats.org/presentationml/2006/main">
  <p:tag name="KSO_WM_MEDIACOVER_FLAG" val="1"/>
  <p:tag name="KSO_WM_UNIT_MEDIACOVER_BTN_STATE" val="1"/>
  <p:tag name="KSO_WM_UNIT_MEDIACOVER_BTNRECT" val="7898*4279*0*0"/>
  <p:tag name="KSO_WM_UNIT_MEDIACOVER_STYLEID" val="1"/>
  <p:tag name="KSO_WM_UNIT_MEDIACOVER_TEXTSTATE" val="0"/>
  <p:tag name="KSO_WM_UNIT_MEDIACOVER_BTN_POS" val="c"/>
  <p:tag name="KSO_WM_UNIT_MEDIACOVER_BTN_STYLE" val="ee0bc779c1f3d7f3e90c96344320e69a"/>
  <p:tag name="KSO_WM_UNIT_MEDIACOVER_RGB" val="000000"/>
  <p:tag name="KSO_WM_UNIT_MEDIACOVER_TRANSPARENCY" val="0.5"/>
</p:tagLst>
</file>

<file path=ppt/tags/tag15.xml><?xml version="1.0" encoding="utf-8"?>
<p:tagLst xmlns:p="http://schemas.openxmlformats.org/presentationml/2006/main">
  <p:tag name="KSO_WM_UNIT_TABLE_BEAUTIFY" val="smartTable{5c7b1a60-0554-4fa9-8d3b-798360ae2296}"/>
  <p:tag name="TABLE_ENDDRAG_ORIGIN_RECT" val="718*336"/>
  <p:tag name="TABLE_ENDDRAG_RECT" val="116*136*718*336"/>
</p:tagLst>
</file>

<file path=ppt/tags/tag16.xml><?xml version="1.0" encoding="utf-8"?>
<p:tagLst xmlns:p="http://schemas.openxmlformats.org/presentationml/2006/main">
  <p:tag name="COMMONDATA" val="eyJjb3VudCI6MjkxLCJoZGlkIjoiYjJkZWExN2U3OGYxZmZlOTczMmY3NGI0MjllMTJjOWEiLCJ1c2VyQ291bnQiOjI5MX0="/>
  <p:tag name="KSO_WPP_MARK_KEY" val="ef7a6e42-9f6e-43f5-91af-e41e1128085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2558</Words>
  <Application>WPS 演示</Application>
  <PresentationFormat>宽屏</PresentationFormat>
  <Paragraphs>596</Paragraphs>
  <Slides>21</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21</vt:i4>
      </vt:variant>
    </vt:vector>
  </HeadingPairs>
  <TitlesOfParts>
    <vt:vector size="42" baseType="lpstr">
      <vt:lpstr>Arial</vt:lpstr>
      <vt:lpstr>宋体</vt:lpstr>
      <vt:lpstr>Wingdings</vt:lpstr>
      <vt:lpstr>等线 Light</vt:lpstr>
      <vt:lpstr>思源黑体 CN Medium</vt:lpstr>
      <vt:lpstr>黑体</vt:lpstr>
      <vt:lpstr>思源黑体 CN Heavy</vt:lpstr>
      <vt:lpstr>Microsoft YaHei UI</vt:lpstr>
      <vt:lpstr>华文细黑</vt:lpstr>
      <vt:lpstr>微软雅黑</vt:lpstr>
      <vt:lpstr>iekie jianyuanti</vt:lpstr>
      <vt:lpstr>Wingdings</vt:lpstr>
      <vt:lpstr>Calibri</vt:lpstr>
      <vt:lpstr>KSOFDDF4E7ED</vt:lpstr>
      <vt:lpstr>ksdb</vt:lpstr>
      <vt:lpstr>Arial Unicode MS</vt:lpstr>
      <vt:lpstr>Calibri Light</vt:lpstr>
      <vt:lpstr>思源黑体 CN Normal</vt:lpstr>
      <vt:lpstr>KSOF954951BB</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啦啦啦</cp:lastModifiedBy>
  <cp:revision>304</cp:revision>
  <dcterms:created xsi:type="dcterms:W3CDTF">2020-02-21T05:59:00Z</dcterms:created>
  <dcterms:modified xsi:type="dcterms:W3CDTF">2026-05-26T02:34:02Z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KSOTemplateUUID">
    <vt:lpwstr>v1.0_mb_k3YZbP0uRZniIqFUtJxW3w==</vt:lpwstr>
  </property>
  <property fmtid="{D5CDD505-2E9C-101B-9397-08002B2CF9AE}" pid="4" name="ICV">
    <vt:lpwstr>2664E7F4D95E4141A68980C92E7B4D84_13</vt:lpwstr>
  </property>
</Properties>
</file>